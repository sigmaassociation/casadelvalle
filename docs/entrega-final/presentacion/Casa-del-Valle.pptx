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7.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nSpc>
                <a:spcPct val="90000"/>
              </a:lnSpc>
            </a:pPr>
            <a:r>
              <a:rPr lang="es-GT" sz="4400" b="0" u="none" strike="noStrike">
                <a:solidFill>
                  <a:schemeClr val="dk1"/>
                </a:solidFill>
                <a:effectLst/>
                <a:uFillTx/>
                <a:latin typeface="Open Sans"/>
              </a:rPr>
              <a:t>Click to move the slide</a:t>
            </a:r>
            <a:endParaRPr lang="es-GT" sz="4400" b="0" u="none" strike="noStrike">
              <a:solidFill>
                <a:schemeClr val="dk1"/>
              </a:solidFill>
              <a:effectLst/>
              <a:uFillTx/>
              <a:latin typeface="Open Sans"/>
            </a:endParaRPr>
          </a:p>
        </p:txBody>
      </p:sp>
      <p:sp>
        <p:nvSpPr>
          <p:cNvPr id="14"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s-GT" sz="2000" b="0" u="none" strike="noStrike">
                <a:solidFill>
                  <a:srgbClr val="000000"/>
                </a:solidFill>
                <a:effectLst/>
                <a:uFillTx/>
                <a:latin typeface="Arial"/>
              </a:rPr>
              <a:t>Click to edit the notes format</a:t>
            </a:r>
            <a:endParaRPr lang="es-GT" sz="2000" b="0" u="none" strike="noStrike">
              <a:solidFill>
                <a:srgbClr val="000000"/>
              </a:solidFill>
              <a:effectLst/>
              <a:uFillTx/>
              <a:latin typeface="Arial"/>
            </a:endParaRPr>
          </a:p>
        </p:txBody>
      </p:sp>
      <p:sp>
        <p:nvSpPr>
          <p:cNvPr id="15"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s-GT" sz="1400" b="0" u="none" strike="noStrike">
                <a:solidFill>
                  <a:srgbClr val="000000"/>
                </a:solidFill>
                <a:effectLst/>
                <a:uFillTx/>
                <a:latin typeface="Times New Roman"/>
              </a:rPr>
              <a:t>&lt;header&gt;</a:t>
            </a:r>
            <a:endParaRPr lang="es-GT" sz="1400" b="0" u="none" strike="noStrike">
              <a:solidFill>
                <a:srgbClr val="000000"/>
              </a:solidFill>
              <a:effectLst/>
              <a:uFillTx/>
              <a:latin typeface="Times New Roman"/>
            </a:endParaRPr>
          </a:p>
        </p:txBody>
      </p:sp>
      <p:sp>
        <p:nvSpPr>
          <p:cNvPr id="16"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s-GT" sz="1400" b="0" u="none" strike="noStrike">
                <a:solidFill>
                  <a:srgbClr val="000000"/>
                </a:solidFill>
                <a:effectLst/>
                <a:uFillTx/>
                <a:latin typeface="Times New Roman"/>
              </a:defRPr>
            </a:lvl1pPr>
          </a:lstStyle>
          <a:p>
            <a:pPr indent="0" algn="r">
              <a:buNone/>
            </a:pPr>
            <a:r>
              <a:rPr lang="es-GT" sz="1400" b="0" u="none" strike="noStrike">
                <a:solidFill>
                  <a:srgbClr val="000000"/>
                </a:solidFill>
                <a:effectLst/>
                <a:uFillTx/>
                <a:latin typeface="Times New Roman"/>
              </a:rPr>
              <a:t>&lt;date/time&gt;</a:t>
            </a:r>
            <a:endParaRPr lang="es-GT" sz="1400" b="0" u="none" strike="noStrike">
              <a:solidFill>
                <a:srgbClr val="000000"/>
              </a:solidFill>
              <a:effectLst/>
              <a:uFillTx/>
              <a:latin typeface="Times New Roman"/>
            </a:endParaRPr>
          </a:p>
        </p:txBody>
      </p:sp>
      <p:sp>
        <p:nvSpPr>
          <p:cNvPr id="17"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s-GT" sz="1400" b="0" u="none" strike="noStrike">
                <a:solidFill>
                  <a:srgbClr val="000000"/>
                </a:solidFill>
                <a:effectLst/>
                <a:uFillTx/>
                <a:latin typeface="Times New Roman"/>
              </a:defRPr>
            </a:lvl1pPr>
          </a:lstStyle>
          <a:p>
            <a:pPr indent="0" algn="l">
              <a:buNone/>
            </a:pPr>
            <a:r>
              <a:rPr lang="es-GT" sz="1400" b="0" u="none" strike="noStrike">
                <a:solidFill>
                  <a:srgbClr val="000000"/>
                </a:solidFill>
                <a:effectLst/>
                <a:uFillTx/>
                <a:latin typeface="Times New Roman"/>
              </a:rPr>
              <a:t>&lt;footer&gt;</a:t>
            </a:r>
            <a:endParaRPr lang="es-GT" sz="1400" b="0" u="none" strike="noStrike">
              <a:solidFill>
                <a:srgbClr val="000000"/>
              </a:solidFill>
              <a:effectLst/>
              <a:uFillTx/>
              <a:latin typeface="Times New Roman"/>
            </a:endParaRPr>
          </a:p>
        </p:txBody>
      </p:sp>
      <p:sp>
        <p:nvSpPr>
          <p:cNvPr id="18"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s-GT" sz="1400" b="0" u="none" strike="noStrike">
                <a:solidFill>
                  <a:srgbClr val="000000"/>
                </a:solidFill>
                <a:effectLst/>
                <a:uFillTx/>
                <a:latin typeface="Times New Roman"/>
              </a:defRPr>
            </a:lvl1pPr>
          </a:lstStyle>
          <a:p>
            <a:pPr indent="0" algn="r">
              <a:buNone/>
            </a:pPr>
            <a:fld id="{286ACEC2-1C9F-42E1-81EC-F8DD0050CC1F}" type="slidenum">
              <a:rPr lang="es-GT" sz="1400" b="0" u="none" strike="noStrike">
                <a:solidFill>
                  <a:srgbClr val="000000"/>
                </a:solidFill>
                <a:effectLst/>
                <a:uFillTx/>
                <a:latin typeface="Times New Roman"/>
              </a:rPr>
              <a:t>&lt;number&gt;</a:t>
            </a:fld>
            <a:endParaRPr lang="es-GT"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sldImg"/>
          </p:nvPr>
        </p:nvSpPr>
        <p:spPr>
          <a:xfrm>
            <a:off x="0" y="0"/>
            <a:ext cx="0" cy="0"/>
          </a:xfrm>
          <a:prstGeom prst="rect">
            <a:avLst/>
          </a:prstGeom>
          <a:ln w="0">
            <a:noFill/>
          </a:ln>
        </p:spPr>
      </p:sp>
      <p:sp>
        <p:nvSpPr>
          <p:cNvPr id="15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s-GT" sz="2000" b="0" u="none" strike="noStrike">
                <a:solidFill>
                  <a:srgbClr val="000000"/>
                </a:solidFill>
                <a:effectLst/>
                <a:uFillTx/>
                <a:latin typeface="Arial"/>
              </a:rPr>
              <a:t>0:00–0:40. Josecarlos. Presentar el problema: centralizar publicación, disponibilidad y ciclo de reservas para huéspedes y anfitriones. No atribuir beneficios medidos. Los nombres completos y especialidades constan en 03-sprints-y-retrospectiva.md. Versión main de corte: 8b8a5a9d8569ee9e8aea9587440af95c4c124f65. Candidato pendiente: ad19a9db6717c7f59791c5ac10650c23ec5a50a2. Fuente de identidad y paleta: Ficha de arranque - Sprint 0 - Grupo 4.pdf, páginas 1–6. Azure autorizado por el docente según responsable en conversación. Esta presentación es borrador hasta integrar y verificar main final.</a:t>
            </a:r>
            <a:endParaRPr lang="es-GT" sz="2000" b="0" u="none" strike="noStrike">
              <a:solidFill>
                <a:srgbClr val="000000"/>
              </a:solidFill>
              <a:effectLst/>
              <a:uFillTx/>
              <a:latin typeface="Arial"/>
            </a:endParaRPr>
          </a:p>
        </p:txBody>
      </p:sp>
      <p:sp>
        <p:nvSpPr>
          <p:cNvPr id="152"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p>
            <a:pPr indent="0" algn="l">
              <a:buNone/>
            </a:pPr>
            <a:endParaRPr lang="es-GT"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sldImg"/>
          </p:nvPr>
        </p:nvSpPr>
        <p:spPr>
          <a:xfrm>
            <a:off x="0" y="0"/>
            <a:ext cx="0" cy="0"/>
          </a:xfrm>
          <a:prstGeom prst="rect">
            <a:avLst/>
          </a:prstGeom>
          <a:ln w="0">
            <a:noFill/>
          </a:ln>
        </p:spPr>
      </p:sp>
      <p:sp>
        <p:nvSpPr>
          <p:cNvPr id="15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s-GT" sz="2000" b="0" u="none" strike="noStrike">
                <a:solidFill>
                  <a:srgbClr val="000000"/>
                </a:solidFill>
                <a:effectLst/>
                <a:uFillTx/>
                <a:latin typeface="Arial"/>
              </a:rPr>
              <a:t>0:40–1:30. Christian. Explicar reserva pendiente, anticipo mínimo del 30 %, confirmación, pagos y estadía. Pagos simulados. El anfitrión también puede reservar. El check-in manual exige alojamiento pagado y fecha válida. Existe avance automático por fecha que debe conciliarse con el proceso manual. Fuentes: https://github.com/SigmaAssociation/CasaDelValle/blob/8b8a5a9d8569ee9e8aea9587440af95c4c124f65/cdv-api/internal/reservations/service.go y https://github.com/SigmaAssociation/CasaDelValle/blob/8b8a5a9d8569ee9e8aea9587440af95c4c124f65/cdv-api/internal/reservations/repository.go; issues #99, #159, #161, #163 y #164. Ver RF-005 a RF-008.</a:t>
            </a:r>
            <a:endParaRPr lang="es-GT" sz="2000" b="0" u="none" strike="noStrike">
              <a:solidFill>
                <a:srgbClr val="000000"/>
              </a:solidFill>
              <a:effectLst/>
              <a:uFillTx/>
              <a:latin typeface="Arial"/>
            </a:endParaRPr>
          </a:p>
        </p:txBody>
      </p:sp>
      <p:sp>
        <p:nvSpPr>
          <p:cNvPr id="155"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p>
            <a:pPr indent="0" algn="l">
              <a:buNone/>
            </a:pPr>
            <a:endParaRPr lang="es-GT"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0" y="0"/>
            <a:ext cx="0" cy="0"/>
          </a:xfrm>
          <a:prstGeom prst="rect">
            <a:avLst/>
          </a:prstGeom>
          <a:ln w="0">
            <a:noFill/>
          </a:ln>
        </p:spPr>
      </p:sp>
      <p:sp>
        <p:nvSpPr>
          <p:cNvPr id="15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s-GT" sz="2000" b="0" u="none" strike="noStrike">
                <a:solidFill>
                  <a:srgbClr val="000000"/>
                </a:solidFill>
                <a:effectLst/>
                <a:uFillTx/>
                <a:latin typeface="Arial"/>
              </a:rPr>
              <a:t>1:30–2:25. Mynor. Angular corre en navegador, Nginx sirve sus archivos y termina HTTPS. API Go interna 8080 y PostgreSQL 5432 en red Docker cdv-net, con volúmenes pgdata y uploads_data. Azure autorizado por docente, confirmado por responsable. No se inspeccionó firewall externo ni certificado vivo. CI en PR a main/develop y CD en push main. El workflow de CD no tiene un job CI como dependencia ni un paso de migraciones. Fuentes: https://github.com/SigmaAssociation/CasaDelValle/blob/8b8a5a9d8569ee9e8aea9587440af95c4c124f65/docker-compose.prod.yml; https://github.com/SigmaAssociation/CasaDelValle/blob/8b8a5a9d8569ee9e8aea9587440af95c4c124f65/Casa-Del-Valle-FE/nginx.conf; https://github.com/SigmaAssociation/CasaDelValle/blob/8b8a5a9d8569ee9e8aea9587440af95c4c124f65/.github/workflows/cd.yml.</a:t>
            </a:r>
            <a:endParaRPr lang="es-GT" sz="2000" b="0" u="none" strike="noStrike">
              <a:solidFill>
                <a:srgbClr val="000000"/>
              </a:solidFill>
              <a:effectLst/>
              <a:uFillTx/>
              <a:latin typeface="Arial"/>
            </a:endParaRPr>
          </a:p>
        </p:txBody>
      </p:sp>
      <p:sp>
        <p:nvSpPr>
          <p:cNvPr id="158" name="PlaceHolder 3"/>
          <p:cNvSpPr>
            <a:spLocks noGrp="1"/>
          </p:cNvSpPr>
          <p:nvPr>
            <p:ph type="sldNum" idx="6"/>
          </p:nvPr>
        </p:nvSpPr>
        <p:spPr>
          <a:xfrm>
            <a:off x="0" y="0"/>
            <a:ext cx="0" cy="0"/>
          </a:xfrm>
          <a:prstGeom prst="rect">
            <a:avLst/>
          </a:prstGeom>
          <a:noFill/>
          <a:ln w="0">
            <a:noFill/>
          </a:ln>
        </p:spPr>
        <p:txBody>
          <a:bodyPr lIns="90000" tIns="-45000" rIns="90000" bIns="-45000" anchor="t">
            <a:noAutofit/>
          </a:bodyPr>
          <a:p>
            <a:pPr indent="0" algn="l">
              <a:buNone/>
            </a:pPr>
            <a:endParaRPr lang="es-GT"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ldImg"/>
          </p:nvPr>
        </p:nvSpPr>
        <p:spPr>
          <a:xfrm>
            <a:off x="0" y="0"/>
            <a:ext cx="0" cy="0"/>
          </a:xfrm>
          <a:prstGeom prst="rect">
            <a:avLst/>
          </a:prstGeom>
          <a:ln w="0">
            <a:noFill/>
          </a:ln>
        </p:spPr>
      </p:sp>
      <p:sp>
        <p:nvSpPr>
          <p:cNvPr id="16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s-GT" sz="2000" b="0" u="none" strike="noStrike">
                <a:solidFill>
                  <a:srgbClr val="000000"/>
                </a:solidFill>
                <a:effectLst/>
                <a:uFillTx/>
                <a:latin typeface="Arial"/>
              </a:rPr>
              <a:t>2:25–3:15. Francisco. Esquema simplificado editable, ER completo en 02-diagramas.md. Una reserva pertenece a cabaña y huésped y tiene múltiples pagos. Fechas [inicio, fin) y temporadas inclusivas. Main tiene columnas de importe acordado pero varios cálculos usan tarifa base. Candidato añade precio_total, cotización por noche y uso del mismo total en pagos. No afirmar integración actual en main. Fuentes: https://github.com/SigmaAssociation/CasaDelValle/blob/8b8a5a9d8569ee9e8aea9587440af95c4c124f65/database/init.sql; https://github.com/SigmaAssociation/CasaDelValle/blob/8b8a5a9d8569ee9e8aea9587440af95c4c124f65/database/migrations/007_seasonal_pricing.sql; https://github.com/SigmaAssociation/CasaDelValle/blob/ad19a9db6717c7f59791c5ac10650c23ec5a50a2/database/migrations/009_guest_maintenance_and_total.sql. RF-005, RF-007 y RF-014.</a:t>
            </a:r>
            <a:endParaRPr lang="es-GT" sz="2000" b="0" u="none" strike="noStrike">
              <a:solidFill>
                <a:srgbClr val="000000"/>
              </a:solidFill>
              <a:effectLst/>
              <a:uFillTx/>
              <a:latin typeface="Arial"/>
            </a:endParaRPr>
          </a:p>
        </p:txBody>
      </p:sp>
      <p:sp>
        <p:nvSpPr>
          <p:cNvPr id="161"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p>
            <a:pPr indent="0" algn="l">
              <a:buNone/>
            </a:pPr>
            <a:endParaRPr lang="es-GT"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sldImg"/>
          </p:nvPr>
        </p:nvSpPr>
        <p:spPr>
          <a:xfrm>
            <a:off x="0" y="0"/>
            <a:ext cx="0" cy="0"/>
          </a:xfrm>
          <a:prstGeom prst="rect">
            <a:avLst/>
          </a:prstGeom>
          <a:ln w="0">
            <a:noFill/>
          </a:ln>
        </p:spPr>
      </p:sp>
      <p:sp>
        <p:nvSpPr>
          <p:cNvPr id="16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s-GT" sz="2000" b="0" u="none" strike="noStrike">
                <a:solidFill>
                  <a:srgbClr val="000000"/>
                </a:solidFill>
                <a:effectLst/>
                <a:uFillTx/>
                <a:latin typeface="Arial"/>
              </a:rPr>
              <a:t>3:15–4:00. Josecarlos. Funcionalidad candidata, PR #214 en develop al consultar. Propietario puede crear bloqueo, ver afectados y cancelar. Huésped recibe aviso y decide nuevas fechas en misma cabaña y mismas noches conservando total y pagos, o devolver todo lo cobrado aún no devuelto. Cancelación de mantenimiento restaura reservas aún utilizables y sin decisión si no hay otros bloqueos; no revierte decisiones resueltas. Administrador debe ser dueño para gestionar mantenimiento. Fuentes: https://github.com/SigmaAssociation/CasaDelValle/blob/ad19a9db6717c7f59791c5ac10650c23ec5a50a2/cdv-api/internal/maintenance/repository.go; https://github.com/SigmaAssociation/CasaDelValle/issues/198; cambio pedido por responsable en conversación. RF-015 a RF-017. No presentarlo como desplegado sin verificar main final.</a:t>
            </a:r>
            <a:endParaRPr lang="es-GT" sz="2000" b="0" u="none" strike="noStrike">
              <a:solidFill>
                <a:srgbClr val="000000"/>
              </a:solidFill>
              <a:effectLst/>
              <a:uFillTx/>
              <a:latin typeface="Arial"/>
            </a:endParaRPr>
          </a:p>
        </p:txBody>
      </p:sp>
      <p:sp>
        <p:nvSpPr>
          <p:cNvPr id="164"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p>
            <a:pPr indent="0" algn="l">
              <a:buNone/>
            </a:pPr>
            <a:endParaRPr lang="es-GT"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sldImg"/>
          </p:nvPr>
        </p:nvSpPr>
        <p:spPr>
          <a:xfrm>
            <a:off x="0" y="0"/>
            <a:ext cx="0" cy="0"/>
          </a:xfrm>
          <a:prstGeom prst="rect">
            <a:avLst/>
          </a:prstGeom>
          <a:ln w="0">
            <a:noFill/>
          </a:ln>
        </p:spPr>
      </p:sp>
      <p:sp>
        <p:nvSpPr>
          <p:cNvPr id="16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s-GT" sz="2000" b="0" u="none" strike="noStrike">
                <a:solidFill>
                  <a:srgbClr val="000000"/>
                </a:solidFill>
                <a:effectLst/>
                <a:uFillTx/>
                <a:latin typeface="Arial"/>
              </a:rPr>
              <a:t>4:00–6:45. Mauricio narra y Christian maneja el navegador. Usar usuarios sintéticos y sesiones separadas. 0:00–0:25 alta breve o mostrar usuario/propiedad preparados identificándolo; 0:25–0:55 reservar y anticipo; 0:55–1:20 pagar saldo; 1:20–1:50 check-in y check-out de reserva apta para hoy; 1:50–2:15 reportes; 2:15–2:45 mantenimiento preparado si ya se integró y probó. Rúbrica Final.pdf páginas 1–2 exige demo real en nube, no basta captura. Si el candidato no se integró, declarar el límite. No hay capturas de demo real tomadas al elaborar esta presentación. Consultar 05-exposicion.md para contingencias.</a:t>
            </a:r>
            <a:endParaRPr lang="es-GT" sz="2000" b="0" u="none" strike="noStrike">
              <a:solidFill>
                <a:srgbClr val="000000"/>
              </a:solidFill>
              <a:effectLst/>
              <a:uFillTx/>
              <a:latin typeface="Arial"/>
            </a:endParaRPr>
          </a:p>
        </p:txBody>
      </p:sp>
      <p:sp>
        <p:nvSpPr>
          <p:cNvPr id="167"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p>
            <a:pPr indent="0" algn="l">
              <a:buNone/>
            </a:pPr>
            <a:endParaRPr lang="es-GT"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sldImg"/>
          </p:nvPr>
        </p:nvSpPr>
        <p:spPr>
          <a:xfrm>
            <a:off x="0" y="0"/>
            <a:ext cx="0" cy="0"/>
          </a:xfrm>
          <a:prstGeom prst="rect">
            <a:avLst/>
          </a:prstGeom>
          <a:ln w="0">
            <a:noFill/>
          </a:ln>
        </p:spPr>
      </p:sp>
      <p:sp>
        <p:nvSpPr>
          <p:cNvPr id="16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s-GT" sz="2000" b="0" u="none" strike="noStrike">
                <a:solidFill>
                  <a:srgbClr val="000000"/>
                </a:solidFill>
                <a:effectLst/>
                <a:uFillTx/>
                <a:latin typeface="Arial"/>
              </a:rPr>
              <a:t>6:45–7:35. Mynor. Evidencia consultada: 87 issues y 127 PR. Main 8b8a5a9d8569ee9e8aea9587440af95c4c124f65. CD 40910471125 completado success, creado 2026-10-29T16:19:44Z: https://github.com/SigmaAssociation/CasaDelValle/actions/runs/40910471125. Ese éxito es del pipeline para main base, no de aceptación completa ni migraciones candidatas. CI ejecuta Go, Angular y Swagger en PR hacia main/develop. Preparar y acordar con el equipo un cambio mínimo revisable para mostrar pipeline según Final.pdf. No se ha creado ni desplegado un cambio como parte de esta elaboración. Cerrar main, migraciones y pruebas del mismo SHA antes de afirmar entrega final. Fuentes: https://github.com/SigmaAssociation/CasaDelValle/blob/8b8a5a9d8569ee9e8aea9587440af95c4c124f65/.github/workflows/ci.yml; https://github.com/SigmaAssociation/CasaDelValle/blob/8b8a5a9d8569ee9e8aea9587440af95c4c124f65/.github/workflows/cd.yml.</a:t>
            </a:r>
            <a:endParaRPr lang="es-GT" sz="2000" b="0" u="none" strike="noStrike">
              <a:solidFill>
                <a:srgbClr val="000000"/>
              </a:solidFill>
              <a:effectLst/>
              <a:uFillTx/>
              <a:latin typeface="Arial"/>
            </a:endParaRPr>
          </a:p>
        </p:txBody>
      </p:sp>
      <p:sp>
        <p:nvSpPr>
          <p:cNvPr id="170" name="PlaceHolder 3"/>
          <p:cNvSpPr>
            <a:spLocks noGrp="1"/>
          </p:cNvSpPr>
          <p:nvPr>
            <p:ph type="sldNum" idx="10"/>
          </p:nvPr>
        </p:nvSpPr>
        <p:spPr>
          <a:xfrm>
            <a:off x="0" y="0"/>
            <a:ext cx="0" cy="0"/>
          </a:xfrm>
          <a:prstGeom prst="rect">
            <a:avLst/>
          </a:prstGeom>
          <a:noFill/>
          <a:ln w="0">
            <a:noFill/>
          </a:ln>
        </p:spPr>
        <p:txBody>
          <a:bodyPr lIns="90000" tIns="-45000" rIns="90000" bIns="-45000" anchor="t">
            <a:noAutofit/>
          </a:bodyPr>
          <a:p>
            <a:pPr indent="0" algn="l">
              <a:buNone/>
            </a:pPr>
            <a:endParaRPr lang="es-GT"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sldImg"/>
          </p:nvPr>
        </p:nvSpPr>
        <p:spPr>
          <a:xfrm>
            <a:off x="0" y="0"/>
            <a:ext cx="0" cy="0"/>
          </a:xfrm>
          <a:prstGeom prst="rect">
            <a:avLst/>
          </a:prstGeom>
          <a:ln w="0">
            <a:noFill/>
          </a:ln>
        </p:spPr>
      </p:sp>
      <p:sp>
        <p:nvSpPr>
          <p:cNvPr id="17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s-GT" sz="2000" b="0" u="none" strike="noStrike">
                <a:solidFill>
                  <a:srgbClr val="000000"/>
                </a:solidFill>
                <a:effectLst/>
                <a:uFillTx/>
                <a:latin typeface="Arial"/>
              </a:rPr>
              <a:t>7:35–8:45. Francisco y Christian. Testimonio confirmado por equipo 2026-10-29: funcionó asignar backend y frontend de una funcionalidad a la misma persona. No bastó asignar por rol, todos debían desarrollar. Se conservaron especialidades iniciales. Estimación histórica informal unos dos días por tarea, sin O/M/P ni horas reales. No convertir ciclo created_at/closed_at en esfuerzo. Acciones: O/M/P antes de inicio, registrar sesiones y espera por separado y estimar integración/pruebas. Cierre del borrador: integrar candidato, acreditar tercer reporte distinto y recordatorio previo, completar manuales y backup/restore. No afirmar que ya se ejecutaron estas acciones. Dejar 8:45–10:00 para preguntas e imprevistos. Fuentes: confirmaciones D06–D08 en conversación, 03-sprints-y-retrospectiva.md y 04-estimaciones.md.</a:t>
            </a:r>
            <a:endParaRPr lang="es-GT" sz="2000" b="0" u="none" strike="noStrike">
              <a:solidFill>
                <a:srgbClr val="000000"/>
              </a:solidFill>
              <a:effectLst/>
              <a:uFillTx/>
              <a:latin typeface="Arial"/>
            </a:endParaRPr>
          </a:p>
        </p:txBody>
      </p:sp>
      <p:sp>
        <p:nvSpPr>
          <p:cNvPr id="173"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p>
            <a:pPr indent="0" algn="l">
              <a:buNone/>
            </a:pPr>
            <a:endParaRPr lang="es-GT"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219320" y="2590920"/>
            <a:ext cx="9753120" cy="990360"/>
          </a:xfrm>
          <a:prstGeom prst="rect">
            <a:avLst/>
          </a:prstGeom>
          <a:noFill/>
          <a:ln w="0">
            <a:noFill/>
          </a:ln>
        </p:spPr>
        <p:txBody>
          <a:bodyPr lIns="0" tIns="0" rIns="0" bIns="0" anchor="ctr">
            <a:normAutofit/>
          </a:bodyPr>
          <a:lstStyle>
            <a:lvl1pPr indent="0" algn="l">
              <a:lnSpc>
                <a:spcPct val="90000"/>
              </a:lnSpc>
              <a:buNone/>
              <a:defRPr lang="es-GT" sz="4800" b="0" u="none" strike="noStrike">
                <a:solidFill>
                  <a:schemeClr val="dk1"/>
                </a:solidFill>
                <a:effectLst/>
                <a:uFillTx/>
                <a:latin typeface="Open Sans"/>
              </a:defRPr>
            </a:lvl1pPr>
          </a:lstStyle>
          <a:p>
            <a:pPr indent="0" algn="l">
              <a:lnSpc>
                <a:spcPct val="90000"/>
              </a:lnSpc>
              <a:buNone/>
            </a:pPr>
            <a:r>
              <a:rPr lang="es-GT" sz="4800" b="0" u="none" strike="noStrike">
                <a:solidFill>
                  <a:schemeClr val="dk1"/>
                </a:solidFill>
                <a:effectLst/>
                <a:uFillTx/>
                <a:latin typeface="Open Sans"/>
              </a:rPr>
              <a:t>Click to edit the title text format</a:t>
            </a:r>
            <a:endParaRPr lang="es-GT" sz="4800" b="0" u="none" strike="noStrike">
              <a:solidFill>
                <a:schemeClr val="dk1"/>
              </a:solidFill>
              <a:effectLst/>
              <a:uFillTx/>
              <a:latin typeface="Open San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lnSpc>
                <a:spcPct val="90000"/>
              </a:lnSpc>
              <a:buNone/>
              <a:defRPr lang="es-GT" sz="4400" b="0" u="none" strike="noStrike">
                <a:solidFill>
                  <a:schemeClr val="dk1"/>
                </a:solidFill>
                <a:effectLst/>
                <a:uFillTx/>
                <a:latin typeface="Open Sans"/>
              </a:defRPr>
            </a:lvl1pPr>
          </a:lstStyle>
          <a:p>
            <a:pPr indent="0" algn="l">
              <a:lnSpc>
                <a:spcPct val="90000"/>
              </a:lnSpc>
              <a:buNone/>
            </a:pPr>
            <a:r>
              <a:rPr lang="es-GT" sz="4400" b="0" u="none" strike="noStrike">
                <a:solidFill>
                  <a:schemeClr val="dk1"/>
                </a:solidFill>
                <a:effectLst/>
                <a:uFillTx/>
                <a:latin typeface="Open Sans"/>
              </a:rPr>
              <a:t>Click to edit the title text format</a:t>
            </a:r>
            <a:endParaRPr lang="es-GT" sz="4400" b="0" u="none" strike="noStrike">
              <a:solidFill>
                <a:schemeClr val="dk1"/>
              </a:solidFill>
              <a:effectLst/>
              <a:uFillTx/>
              <a:latin typeface="Open Sans"/>
            </a:endParaRPr>
          </a:p>
        </p:txBody>
      </p:sp>
      <p:sp>
        <p:nvSpPr>
          <p:cNvPr id="4"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s-GT" sz="2800" b="0" u="none" strike="noStrike">
                <a:solidFill>
                  <a:schemeClr val="dk1"/>
                </a:solidFill>
                <a:effectLst/>
                <a:uFillTx/>
                <a:latin typeface="Open Sans"/>
              </a:defRPr>
            </a:lvl1pPr>
            <a:lvl2pPr lvl="1" algn="l">
              <a:lnSpc>
                <a:spcPct val="90000"/>
              </a:lnSpc>
              <a:spcBef>
                <a:spcPts val="1134"/>
              </a:spcBef>
              <a:buClr>
                <a:srgbClr val="000000"/>
              </a:buClr>
              <a:buSzPct val="75000"/>
              <a:buFont typeface="Symbol" charset="2"/>
              <a:buChar char=""/>
              <a:defRPr lang="es-GT" sz="2000" b="0" u="none" strike="noStrike">
                <a:solidFill>
                  <a:schemeClr val="dk1"/>
                </a:solidFill>
                <a:effectLst/>
                <a:uFillTx/>
                <a:latin typeface="Open Sans"/>
              </a:defRPr>
            </a:lvl2pPr>
            <a:lvl3pPr lvl="2" algn="l">
              <a:lnSpc>
                <a:spcPct val="90000"/>
              </a:lnSpc>
              <a:spcBef>
                <a:spcPts val="850"/>
              </a:spcBef>
              <a:buClr>
                <a:srgbClr val="000000"/>
              </a:buClr>
              <a:buSzPct val="45000"/>
              <a:buFont typeface="Wingdings" charset="2"/>
              <a:buChar char=""/>
              <a:defRPr lang="es-GT" sz="1800" b="0" u="none" strike="noStrike">
                <a:solidFill>
                  <a:schemeClr val="dk1"/>
                </a:solidFill>
                <a:effectLst/>
                <a:uFillTx/>
                <a:latin typeface="Open Sans"/>
              </a:defRPr>
            </a:lvl3pPr>
            <a:lvl4pPr lvl="3" algn="l">
              <a:lnSpc>
                <a:spcPct val="90000"/>
              </a:lnSpc>
              <a:spcBef>
                <a:spcPts val="567"/>
              </a:spcBef>
              <a:buClr>
                <a:srgbClr val="000000"/>
              </a:buClr>
              <a:buSzPct val="75000"/>
              <a:buFont typeface="Symbol" charset="2"/>
              <a:buChar char=""/>
              <a:defRPr lang="es-GT" sz="1800" b="0" u="none" strike="noStrike">
                <a:solidFill>
                  <a:schemeClr val="dk1"/>
                </a:solidFill>
                <a:effectLst/>
                <a:uFillTx/>
                <a:latin typeface="Open Sans"/>
              </a:defRPr>
            </a:lvl4pPr>
            <a:lvl5pPr lvl="4" algn="l">
              <a:lnSpc>
                <a:spcPct val="90000"/>
              </a:lnSpc>
              <a:spcBef>
                <a:spcPts val="283"/>
              </a:spcBef>
              <a:buClr>
                <a:srgbClr val="000000"/>
              </a:buClr>
              <a:buSzPct val="45000"/>
              <a:buFont typeface="Wingdings" charset="2"/>
              <a:buChar char=""/>
              <a:defRPr lang="es-GT" sz="2000" b="0" u="none" strike="noStrike">
                <a:solidFill>
                  <a:schemeClr val="dk1"/>
                </a:solidFill>
                <a:effectLst/>
                <a:uFillTx/>
                <a:latin typeface="Open Sans"/>
              </a:defRPr>
            </a:lvl5pPr>
            <a:lvl6pPr lvl="5" algn="l">
              <a:lnSpc>
                <a:spcPct val="90000"/>
              </a:lnSpc>
              <a:spcBef>
                <a:spcPts val="283"/>
              </a:spcBef>
              <a:buClr>
                <a:srgbClr val="000000"/>
              </a:buClr>
              <a:buSzPct val="45000"/>
              <a:buFont typeface="Wingdings" charset="2"/>
              <a:buChar char=""/>
              <a:defRPr lang="es-GT" sz="2000" b="0" u="none" strike="noStrike">
                <a:solidFill>
                  <a:schemeClr val="dk1"/>
                </a:solidFill>
                <a:effectLst/>
                <a:uFillTx/>
                <a:latin typeface="Open Sans"/>
              </a:defRPr>
            </a:lvl6pPr>
            <a:lvl7pPr lvl="6" algn="l">
              <a:lnSpc>
                <a:spcPct val="90000"/>
              </a:lnSpc>
              <a:spcBef>
                <a:spcPts val="283"/>
              </a:spcBef>
              <a:buClr>
                <a:srgbClr val="000000"/>
              </a:buClr>
              <a:buSzPct val="45000"/>
              <a:buFont typeface="Wingdings" charset="2"/>
              <a:buChar char=""/>
              <a:defRPr lang="es-GT" sz="2000" b="0" u="none" strike="noStrike">
                <a:solidFill>
                  <a:schemeClr val="dk1"/>
                </a:solidFill>
                <a:effectLst/>
                <a:uFillTx/>
                <a:latin typeface="Open Sans"/>
              </a:defRPr>
            </a:lvl7pPr>
          </a:lstStyle>
          <a:p>
            <a:pPr marL="432000" indent="-324000" algn="l">
              <a:lnSpc>
                <a:spcPct val="90000"/>
              </a:lnSpc>
              <a:spcBef>
                <a:spcPts val="1417"/>
              </a:spcBef>
              <a:buClr>
                <a:srgbClr val="000000"/>
              </a:buClr>
              <a:buSzPct val="45000"/>
              <a:buFont typeface="Wingdings" charset="2"/>
              <a:buChar char=""/>
            </a:pPr>
            <a:r>
              <a:rPr lang="es-GT" sz="2800" b="0" u="none" strike="noStrike">
                <a:solidFill>
                  <a:schemeClr val="dk1"/>
                </a:solidFill>
                <a:effectLst/>
                <a:uFillTx/>
                <a:latin typeface="Open Sans"/>
              </a:rPr>
              <a:t>Click to edit the outline text format</a:t>
            </a:r>
            <a:endParaRPr lang="es-GT" sz="2800" b="0" u="none" strike="noStrike">
              <a:solidFill>
                <a:schemeClr val="dk1"/>
              </a:solidFill>
              <a:effectLst/>
              <a:uFillTx/>
              <a:latin typeface="Open Sans"/>
            </a:endParaRPr>
          </a:p>
          <a:p>
            <a:pPr marL="864000" lvl="1" indent="-324000" algn="l">
              <a:lnSpc>
                <a:spcPct val="90000"/>
              </a:lnSpc>
              <a:spcBef>
                <a:spcPts val="1134"/>
              </a:spcBef>
              <a:buClr>
                <a:srgbClr val="000000"/>
              </a:buClr>
              <a:buSzPct val="75000"/>
              <a:buFont typeface="Symbol" charset="2"/>
              <a:buChar char=""/>
            </a:pPr>
            <a:r>
              <a:rPr lang="es-GT" sz="2000" b="0" u="none" strike="noStrike">
                <a:solidFill>
                  <a:schemeClr val="dk1"/>
                </a:solidFill>
                <a:effectLst/>
                <a:uFillTx/>
                <a:latin typeface="Open Sans"/>
              </a:rPr>
              <a:t>Second Outline Level</a:t>
            </a:r>
            <a:endParaRPr lang="es-GT" sz="2000" b="0" u="none" strike="noStrike">
              <a:solidFill>
                <a:schemeClr val="dk1"/>
              </a:solidFill>
              <a:effectLst/>
              <a:uFillTx/>
              <a:latin typeface="Open Sans"/>
            </a:endParaRPr>
          </a:p>
          <a:p>
            <a:pPr marL="1296000" lvl="2" indent="-288000" algn="l">
              <a:lnSpc>
                <a:spcPct val="90000"/>
              </a:lnSpc>
              <a:spcBef>
                <a:spcPts val="850"/>
              </a:spcBef>
              <a:buClr>
                <a:srgbClr val="000000"/>
              </a:buClr>
              <a:buSzPct val="45000"/>
              <a:buFont typeface="Wingdings" charset="2"/>
              <a:buChar char=""/>
            </a:pPr>
            <a:r>
              <a:rPr lang="es-GT" sz="1800" b="0" u="none" strike="noStrike">
                <a:solidFill>
                  <a:schemeClr val="dk1"/>
                </a:solidFill>
                <a:effectLst/>
                <a:uFillTx/>
                <a:latin typeface="Open Sans"/>
              </a:rPr>
              <a:t>Third Outline Level</a:t>
            </a:r>
            <a:endParaRPr lang="es-GT" sz="1800" b="0" u="none" strike="noStrike">
              <a:solidFill>
                <a:schemeClr val="dk1"/>
              </a:solidFill>
              <a:effectLst/>
              <a:uFillTx/>
              <a:latin typeface="Open Sans"/>
            </a:endParaRPr>
          </a:p>
          <a:p>
            <a:pPr marL="1728000" lvl="3" indent="-216000" algn="l">
              <a:lnSpc>
                <a:spcPct val="90000"/>
              </a:lnSpc>
              <a:spcBef>
                <a:spcPts val="567"/>
              </a:spcBef>
              <a:buClr>
                <a:srgbClr val="000000"/>
              </a:buClr>
              <a:buSzPct val="75000"/>
              <a:buFont typeface="Symbol" charset="2"/>
              <a:buChar char=""/>
            </a:pPr>
            <a:r>
              <a:rPr lang="es-GT" sz="1800" b="0" u="none" strike="noStrike">
                <a:solidFill>
                  <a:schemeClr val="dk1"/>
                </a:solidFill>
                <a:effectLst/>
                <a:uFillTx/>
                <a:latin typeface="Open Sans"/>
              </a:rPr>
              <a:t>Fourth Outline Level</a:t>
            </a:r>
            <a:endParaRPr lang="es-GT" sz="1800" b="0" u="none" strike="noStrike">
              <a:solidFill>
                <a:schemeClr val="dk1"/>
              </a:solidFill>
              <a:effectLst/>
              <a:uFillTx/>
              <a:latin typeface="Open Sans"/>
            </a:endParaRPr>
          </a:p>
          <a:p>
            <a:pPr marL="2160000" lvl="4" indent="-216000" algn="l">
              <a:lnSpc>
                <a:spcPct val="90000"/>
              </a:lnSpc>
              <a:spcBef>
                <a:spcPts val="283"/>
              </a:spcBef>
              <a:buClr>
                <a:srgbClr val="000000"/>
              </a:buClr>
              <a:buSzPct val="45000"/>
              <a:buFont typeface="Wingdings" charset="2"/>
              <a:buChar char=""/>
            </a:pPr>
            <a:r>
              <a:rPr lang="es-GT" sz="2000" b="0" u="none" strike="noStrike">
                <a:solidFill>
                  <a:schemeClr val="dk1"/>
                </a:solidFill>
                <a:effectLst/>
                <a:uFillTx/>
                <a:latin typeface="Open Sans"/>
              </a:rPr>
              <a:t>Fifth Outline Level</a:t>
            </a:r>
            <a:endParaRPr lang="es-GT" sz="2000" b="0" u="none" strike="noStrike">
              <a:solidFill>
                <a:schemeClr val="dk1"/>
              </a:solidFill>
              <a:effectLst/>
              <a:uFillTx/>
              <a:latin typeface="Open Sans"/>
            </a:endParaRPr>
          </a:p>
          <a:p>
            <a:pPr marL="2592000" lvl="5" indent="-216000" algn="l">
              <a:lnSpc>
                <a:spcPct val="90000"/>
              </a:lnSpc>
              <a:spcBef>
                <a:spcPts val="283"/>
              </a:spcBef>
              <a:buClr>
                <a:srgbClr val="000000"/>
              </a:buClr>
              <a:buSzPct val="45000"/>
              <a:buFont typeface="Wingdings" charset="2"/>
              <a:buChar char=""/>
            </a:pPr>
            <a:r>
              <a:rPr lang="es-GT" sz="2000" b="0" u="none" strike="noStrike">
                <a:solidFill>
                  <a:schemeClr val="dk1"/>
                </a:solidFill>
                <a:effectLst/>
                <a:uFillTx/>
                <a:latin typeface="Open Sans"/>
              </a:rPr>
              <a:t>Sixth Outline Level</a:t>
            </a:r>
            <a:endParaRPr lang="es-GT" sz="2000" b="0" u="none" strike="noStrike">
              <a:solidFill>
                <a:schemeClr val="dk1"/>
              </a:solidFill>
              <a:effectLst/>
              <a:uFillTx/>
              <a:latin typeface="Open Sans"/>
            </a:endParaRPr>
          </a:p>
          <a:p>
            <a:pPr marL="3024000" lvl="6" indent="-216000" algn="l">
              <a:lnSpc>
                <a:spcPct val="90000"/>
              </a:lnSpc>
              <a:spcBef>
                <a:spcPts val="283"/>
              </a:spcBef>
              <a:buClr>
                <a:srgbClr val="000000"/>
              </a:buClr>
              <a:buSzPct val="45000"/>
              <a:buFont typeface="Wingdings" charset="2"/>
              <a:buChar char=""/>
            </a:pPr>
            <a:r>
              <a:rPr lang="es-GT" sz="2000" b="0" u="none" strike="noStrike">
                <a:solidFill>
                  <a:schemeClr val="dk1"/>
                </a:solidFill>
                <a:effectLst/>
                <a:uFillTx/>
                <a:latin typeface="Open Sans"/>
              </a:rPr>
              <a:t>Seventh Outline Level</a:t>
            </a:r>
            <a:endParaRPr lang="es-GT" sz="2000" b="0" u="none" strike="noStrike">
              <a:solidFill>
                <a:schemeClr val="dk1"/>
              </a:solidFill>
              <a:effectLst/>
              <a:uFillTx/>
              <a:latin typeface="Open Sans"/>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Two Column">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533520"/>
            <a:ext cx="10820160" cy="837720"/>
          </a:xfrm>
          <a:prstGeom prst="rect">
            <a:avLst/>
          </a:prstGeom>
          <a:noFill/>
          <a:ln w="0">
            <a:noFill/>
          </a:ln>
        </p:spPr>
        <p:txBody>
          <a:bodyPr lIns="0" tIns="0" rIns="0" bIns="0" anchor="t">
            <a:normAutofit/>
          </a:bodyPr>
          <a:lstStyle>
            <a:lvl1pPr indent="0" algn="l">
              <a:lnSpc>
                <a:spcPct val="90000"/>
              </a:lnSpc>
              <a:buNone/>
              <a:defRPr lang="es-GT" sz="3300" b="0" u="none" strike="noStrike">
                <a:solidFill>
                  <a:schemeClr val="dk1"/>
                </a:solidFill>
                <a:effectLst/>
                <a:uFillTx/>
                <a:latin typeface="Open Sans"/>
              </a:defRPr>
            </a:lvl1pPr>
          </a:lstStyle>
          <a:p>
            <a:pPr indent="0" algn="l">
              <a:lnSpc>
                <a:spcPct val="90000"/>
              </a:lnSpc>
              <a:buNone/>
            </a:pPr>
            <a:r>
              <a:rPr lang="es-GT" sz="3300" b="0" u="none" strike="noStrike">
                <a:solidFill>
                  <a:schemeClr val="dk1"/>
                </a:solidFill>
                <a:effectLst/>
                <a:uFillTx/>
                <a:latin typeface="Open Sans"/>
              </a:rPr>
              <a:t>Click to edit the title text format</a:t>
            </a:r>
            <a:endParaRPr lang="es-GT" sz="3300" b="0" u="none" strike="noStrike">
              <a:solidFill>
                <a:schemeClr val="dk1"/>
              </a:solidFill>
              <a:effectLst/>
              <a:uFillTx/>
              <a:latin typeface="Open Sans"/>
            </a:endParaRPr>
          </a:p>
        </p:txBody>
      </p:sp>
      <p:sp>
        <p:nvSpPr>
          <p:cNvPr id="6" name="PlaceHolder 2"/>
          <p:cNvSpPr>
            <a:spLocks noGrp="1"/>
          </p:cNvSpPr>
          <p:nvPr>
            <p:ph type="body"/>
          </p:nvPr>
        </p:nvSpPr>
        <p:spPr>
          <a:xfrm>
            <a:off x="685800" y="1905120"/>
            <a:ext cx="5028840" cy="426672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s-GT" sz="2100" b="0" u="none" strike="noStrike">
                <a:solidFill>
                  <a:schemeClr val="dk1"/>
                </a:solidFill>
                <a:effectLst/>
                <a:uFillTx/>
                <a:latin typeface="Open Sans"/>
              </a:defRPr>
            </a:lvl1pPr>
            <a:lvl2pPr lvl="1" algn="l">
              <a:lnSpc>
                <a:spcPct val="90000"/>
              </a:lnSpc>
              <a:spcBef>
                <a:spcPts val="1134"/>
              </a:spcBef>
              <a:buClr>
                <a:srgbClr val="000000"/>
              </a:buClr>
              <a:buSzPct val="75000"/>
              <a:buFont typeface="Symbol" charset="2"/>
              <a:buChar char=""/>
              <a:defRPr lang="es-GT" sz="2100" b="0" u="none" strike="noStrike">
                <a:solidFill>
                  <a:schemeClr val="dk1"/>
                </a:solidFill>
                <a:effectLst/>
                <a:uFillTx/>
                <a:latin typeface="Open Sans"/>
              </a:defRPr>
            </a:lvl2pPr>
            <a:lvl3pPr lvl="2" algn="l">
              <a:lnSpc>
                <a:spcPct val="90000"/>
              </a:lnSpc>
              <a:spcBef>
                <a:spcPts val="850"/>
              </a:spcBef>
              <a:buClr>
                <a:srgbClr val="000000"/>
              </a:buClr>
              <a:buSzPct val="45000"/>
              <a:buFont typeface="Wingdings" charset="2"/>
              <a:buChar char=""/>
              <a:defRPr lang="es-GT" sz="2100" b="0" u="none" strike="noStrike">
                <a:solidFill>
                  <a:schemeClr val="dk1"/>
                </a:solidFill>
                <a:effectLst/>
                <a:uFillTx/>
                <a:latin typeface="Open Sans"/>
              </a:defRPr>
            </a:lvl3pPr>
            <a:lvl4pPr lvl="3" algn="l">
              <a:lnSpc>
                <a:spcPct val="90000"/>
              </a:lnSpc>
              <a:spcBef>
                <a:spcPts val="567"/>
              </a:spcBef>
              <a:buClr>
                <a:srgbClr val="000000"/>
              </a:buClr>
              <a:buSzPct val="75000"/>
              <a:buFont typeface="Symbol" charset="2"/>
              <a:buChar char=""/>
              <a:defRPr lang="es-GT" sz="2100" b="0" u="none" strike="noStrike">
                <a:solidFill>
                  <a:schemeClr val="dk1"/>
                </a:solidFill>
                <a:effectLst/>
                <a:uFillTx/>
                <a:latin typeface="Open Sans"/>
              </a:defRPr>
            </a:lvl4pPr>
            <a:lvl5pPr lvl="4" algn="l">
              <a:lnSpc>
                <a:spcPct val="90000"/>
              </a:lnSpc>
              <a:spcBef>
                <a:spcPts val="283"/>
              </a:spcBef>
              <a:buClr>
                <a:srgbClr val="000000"/>
              </a:buClr>
              <a:buSzPct val="45000"/>
              <a:buFont typeface="Wingdings" charset="2"/>
              <a:buChar char=""/>
              <a:defRPr lang="es-GT" sz="2100" b="0" u="none" strike="noStrike">
                <a:solidFill>
                  <a:schemeClr val="dk1"/>
                </a:solidFill>
                <a:effectLst/>
                <a:uFillTx/>
                <a:latin typeface="Open Sans"/>
              </a:defRPr>
            </a:lvl5pPr>
            <a:lvl6pPr lvl="5" algn="l">
              <a:lnSpc>
                <a:spcPct val="90000"/>
              </a:lnSpc>
              <a:spcBef>
                <a:spcPts val="283"/>
              </a:spcBef>
              <a:buClr>
                <a:srgbClr val="000000"/>
              </a:buClr>
              <a:buSzPct val="45000"/>
              <a:buFont typeface="Wingdings" charset="2"/>
              <a:buChar char=""/>
              <a:defRPr lang="es-GT" sz="2100" b="0" u="none" strike="noStrike">
                <a:solidFill>
                  <a:schemeClr val="dk1"/>
                </a:solidFill>
                <a:effectLst/>
                <a:uFillTx/>
                <a:latin typeface="Open Sans"/>
              </a:defRPr>
            </a:lvl6pPr>
            <a:lvl7pPr lvl="6" algn="l">
              <a:lnSpc>
                <a:spcPct val="90000"/>
              </a:lnSpc>
              <a:spcBef>
                <a:spcPts val="283"/>
              </a:spcBef>
              <a:buClr>
                <a:srgbClr val="000000"/>
              </a:buClr>
              <a:buSzPct val="45000"/>
              <a:buFont typeface="Wingdings" charset="2"/>
              <a:buChar char=""/>
              <a:defRPr lang="es-GT" sz="2100" b="0" u="none" strike="noStrike">
                <a:solidFill>
                  <a:schemeClr val="dk1"/>
                </a:solidFill>
                <a:effectLst/>
                <a:uFillTx/>
                <a:latin typeface="Open Sans"/>
              </a:defRPr>
            </a:lvl7pPr>
          </a:lstStyle>
          <a:p>
            <a:pPr marL="228600" indent="-228600" algn="l">
              <a:lnSpc>
                <a:spcPct val="90000"/>
              </a:lnSpc>
              <a:spcBef>
                <a:spcPts val="1417"/>
              </a:spcBef>
              <a:buClr>
                <a:srgbClr val="000000"/>
              </a:buClr>
              <a:buSzPct val="45000"/>
              <a:buFont typeface="Wingdings" charset="2"/>
              <a:buChar char=""/>
            </a:pPr>
            <a:r>
              <a:rPr lang="es-GT" sz="2100" b="0" u="none" strike="noStrike">
                <a:solidFill>
                  <a:schemeClr val="dk1"/>
                </a:solidFill>
                <a:effectLst/>
                <a:uFillTx/>
                <a:latin typeface="Open Sans"/>
              </a:rPr>
              <a:t>Click to edit the outline text format</a:t>
            </a:r>
            <a:endParaRPr lang="es-GT" sz="2100" b="0" u="none" strike="noStrike">
              <a:solidFill>
                <a:schemeClr val="dk1"/>
              </a:solidFill>
              <a:effectLst/>
              <a:uFillTx/>
              <a:latin typeface="Open Sans"/>
            </a:endParaRPr>
          </a:p>
          <a:p>
            <a:pPr marL="533520" lvl="1" indent="-228600" algn="l">
              <a:lnSpc>
                <a:spcPct val="90000"/>
              </a:lnSpc>
              <a:spcBef>
                <a:spcPts val="1134"/>
              </a:spcBef>
              <a:buClr>
                <a:srgbClr val="000000"/>
              </a:buClr>
              <a:buSzPct val="75000"/>
              <a:buFont typeface="Symbol" charset="2"/>
              <a:buChar char=""/>
            </a:pPr>
            <a:r>
              <a:rPr lang="es-GT" sz="2100" b="0" u="none" strike="noStrike">
                <a:solidFill>
                  <a:schemeClr val="dk1"/>
                </a:solidFill>
                <a:effectLst/>
                <a:uFillTx/>
                <a:latin typeface="Open Sans"/>
              </a:rPr>
              <a:t>Second Outline Level</a:t>
            </a:r>
            <a:endParaRPr lang="es-GT" sz="2100" b="0" u="none" strike="noStrike">
              <a:solidFill>
                <a:schemeClr val="dk1"/>
              </a:solidFill>
              <a:effectLst/>
              <a:uFillTx/>
              <a:latin typeface="Open Sans"/>
            </a:endParaRPr>
          </a:p>
          <a:p>
            <a:pPr marL="838080" lvl="2" indent="-228600" algn="l">
              <a:lnSpc>
                <a:spcPct val="90000"/>
              </a:lnSpc>
              <a:spcBef>
                <a:spcPts val="850"/>
              </a:spcBef>
              <a:buClr>
                <a:srgbClr val="000000"/>
              </a:buClr>
              <a:buSzPct val="45000"/>
              <a:buFont typeface="Wingdings" charset="2"/>
              <a:buChar char=""/>
            </a:pPr>
            <a:r>
              <a:rPr lang="es-GT" sz="2100" b="0" u="none" strike="noStrike">
                <a:solidFill>
                  <a:schemeClr val="dk1"/>
                </a:solidFill>
                <a:effectLst/>
                <a:uFillTx/>
                <a:latin typeface="Open Sans"/>
              </a:rPr>
              <a:t>Third Outline Level</a:t>
            </a:r>
            <a:endParaRPr lang="es-GT" sz="2100" b="0" u="none" strike="noStrike">
              <a:solidFill>
                <a:schemeClr val="dk1"/>
              </a:solidFill>
              <a:effectLst/>
              <a:uFillTx/>
              <a:latin typeface="Open Sans"/>
            </a:endParaRPr>
          </a:p>
          <a:p>
            <a:pPr marL="1143000" lvl="3" indent="-228600" algn="l">
              <a:lnSpc>
                <a:spcPct val="90000"/>
              </a:lnSpc>
              <a:spcBef>
                <a:spcPts val="567"/>
              </a:spcBef>
              <a:buClr>
                <a:srgbClr val="000000"/>
              </a:buClr>
              <a:buSzPct val="75000"/>
              <a:buFont typeface="Symbol" charset="2"/>
              <a:buChar char=""/>
            </a:pPr>
            <a:r>
              <a:rPr lang="es-GT" sz="2100" b="0" u="none" strike="noStrike">
                <a:solidFill>
                  <a:schemeClr val="dk1"/>
                </a:solidFill>
                <a:effectLst/>
                <a:uFillTx/>
                <a:latin typeface="Open Sans"/>
              </a:rPr>
              <a:t>Fourth Outline Level</a:t>
            </a:r>
            <a:endParaRPr lang="es-GT" sz="2100" b="0" u="none" strike="noStrike">
              <a:solidFill>
                <a:schemeClr val="dk1"/>
              </a:solidFill>
              <a:effectLst/>
              <a:uFillTx/>
              <a:latin typeface="Open Sans"/>
            </a:endParaRPr>
          </a:p>
          <a:p>
            <a:pPr marL="1447920" lvl="4" indent="-228600" algn="l">
              <a:lnSpc>
                <a:spcPct val="90000"/>
              </a:lnSpc>
              <a:spcBef>
                <a:spcPts val="283"/>
              </a:spcBef>
              <a:buClr>
                <a:srgbClr val="000000"/>
              </a:buClr>
              <a:buSzPct val="45000"/>
              <a:buFont typeface="Wingdings" charset="2"/>
              <a:buChar char=""/>
            </a:pPr>
            <a:r>
              <a:rPr lang="es-GT" sz="2100" b="0" u="none" strike="noStrike">
                <a:solidFill>
                  <a:schemeClr val="dk1"/>
                </a:solidFill>
                <a:effectLst/>
                <a:uFillTx/>
                <a:latin typeface="Open Sans"/>
              </a:rPr>
              <a:t>Fifth Outline Level</a:t>
            </a:r>
            <a:endParaRPr lang="es-GT" sz="2100" b="0" u="none" strike="noStrike">
              <a:solidFill>
                <a:schemeClr val="dk1"/>
              </a:solidFill>
              <a:effectLst/>
              <a:uFillTx/>
              <a:latin typeface="Open Sans"/>
            </a:endParaRPr>
          </a:p>
          <a:p>
            <a:pPr marL="1752480" lvl="5" indent="-228600" algn="l">
              <a:lnSpc>
                <a:spcPct val="90000"/>
              </a:lnSpc>
              <a:spcBef>
                <a:spcPts val="283"/>
              </a:spcBef>
              <a:buClr>
                <a:srgbClr val="000000"/>
              </a:buClr>
              <a:buSzPct val="45000"/>
              <a:buFont typeface="Wingdings" charset="2"/>
              <a:buChar char=""/>
            </a:pPr>
            <a:r>
              <a:rPr lang="es-GT" sz="2100" b="0" u="none" strike="noStrike">
                <a:solidFill>
                  <a:schemeClr val="dk1"/>
                </a:solidFill>
                <a:effectLst/>
                <a:uFillTx/>
                <a:latin typeface="Open Sans"/>
              </a:rPr>
              <a:t>Sixth Outline Level</a:t>
            </a:r>
            <a:endParaRPr lang="es-GT" sz="2100" b="0" u="none" strike="noStrike">
              <a:solidFill>
                <a:schemeClr val="dk1"/>
              </a:solidFill>
              <a:effectLst/>
              <a:uFillTx/>
              <a:latin typeface="Open Sans"/>
            </a:endParaRPr>
          </a:p>
          <a:p>
            <a:pPr marL="2057400" lvl="6" indent="-228600" algn="l">
              <a:lnSpc>
                <a:spcPct val="90000"/>
              </a:lnSpc>
              <a:spcBef>
                <a:spcPts val="283"/>
              </a:spcBef>
              <a:buClr>
                <a:srgbClr val="000000"/>
              </a:buClr>
              <a:buSzPct val="45000"/>
              <a:buFont typeface="Wingdings" charset="2"/>
              <a:buChar char=""/>
            </a:pPr>
            <a:r>
              <a:rPr lang="es-GT" sz="2100" b="0" u="none" strike="noStrike">
                <a:solidFill>
                  <a:schemeClr val="dk1"/>
                </a:solidFill>
                <a:effectLst/>
                <a:uFillTx/>
                <a:latin typeface="Open Sans"/>
              </a:rPr>
              <a:t>Seventh Outline Level</a:t>
            </a:r>
            <a:endParaRPr lang="es-GT" sz="2100" b="0" u="none" strike="noStrike">
              <a:solidFill>
                <a:schemeClr val="dk1"/>
              </a:solidFill>
              <a:effectLst/>
              <a:uFillTx/>
              <a:latin typeface="Open Sans"/>
            </a:endParaRPr>
          </a:p>
        </p:txBody>
      </p:sp>
      <p:sp>
        <p:nvSpPr>
          <p:cNvPr id="7" name="PlaceHolder 3"/>
          <p:cNvSpPr>
            <a:spLocks noGrp="1"/>
          </p:cNvSpPr>
          <p:nvPr>
            <p:ph type="body"/>
          </p:nvPr>
        </p:nvSpPr>
        <p:spPr>
          <a:xfrm>
            <a:off x="6477120" y="1905120"/>
            <a:ext cx="5028840" cy="426672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s-GT" sz="2100" b="0" u="none" strike="noStrike">
                <a:solidFill>
                  <a:schemeClr val="dk1"/>
                </a:solidFill>
                <a:effectLst/>
                <a:uFillTx/>
                <a:latin typeface="Open Sans"/>
              </a:defRPr>
            </a:lvl1pPr>
            <a:lvl2pPr lvl="1" algn="l">
              <a:lnSpc>
                <a:spcPct val="90000"/>
              </a:lnSpc>
              <a:spcBef>
                <a:spcPts val="1134"/>
              </a:spcBef>
              <a:buClr>
                <a:srgbClr val="000000"/>
              </a:buClr>
              <a:buSzPct val="75000"/>
              <a:buFont typeface="Symbol" charset="2"/>
              <a:buChar char=""/>
              <a:defRPr lang="es-GT" sz="2100" b="0" u="none" strike="noStrike">
                <a:solidFill>
                  <a:schemeClr val="dk1"/>
                </a:solidFill>
                <a:effectLst/>
                <a:uFillTx/>
                <a:latin typeface="Open Sans"/>
              </a:defRPr>
            </a:lvl2pPr>
            <a:lvl3pPr lvl="2" algn="l">
              <a:lnSpc>
                <a:spcPct val="90000"/>
              </a:lnSpc>
              <a:spcBef>
                <a:spcPts val="850"/>
              </a:spcBef>
              <a:buClr>
                <a:srgbClr val="000000"/>
              </a:buClr>
              <a:buSzPct val="45000"/>
              <a:buFont typeface="Wingdings" charset="2"/>
              <a:buChar char=""/>
              <a:defRPr lang="es-GT" sz="2100" b="0" u="none" strike="noStrike">
                <a:solidFill>
                  <a:schemeClr val="dk1"/>
                </a:solidFill>
                <a:effectLst/>
                <a:uFillTx/>
                <a:latin typeface="Open Sans"/>
              </a:defRPr>
            </a:lvl3pPr>
            <a:lvl4pPr lvl="3" algn="l">
              <a:lnSpc>
                <a:spcPct val="90000"/>
              </a:lnSpc>
              <a:spcBef>
                <a:spcPts val="567"/>
              </a:spcBef>
              <a:buClr>
                <a:srgbClr val="000000"/>
              </a:buClr>
              <a:buSzPct val="75000"/>
              <a:buFont typeface="Symbol" charset="2"/>
              <a:buChar char=""/>
              <a:defRPr lang="es-GT" sz="2100" b="0" u="none" strike="noStrike">
                <a:solidFill>
                  <a:schemeClr val="dk1"/>
                </a:solidFill>
                <a:effectLst/>
                <a:uFillTx/>
                <a:latin typeface="Open Sans"/>
              </a:defRPr>
            </a:lvl4pPr>
            <a:lvl5pPr lvl="4" algn="l">
              <a:lnSpc>
                <a:spcPct val="90000"/>
              </a:lnSpc>
              <a:spcBef>
                <a:spcPts val="283"/>
              </a:spcBef>
              <a:buClr>
                <a:srgbClr val="000000"/>
              </a:buClr>
              <a:buSzPct val="45000"/>
              <a:buFont typeface="Wingdings" charset="2"/>
              <a:buChar char=""/>
              <a:defRPr lang="es-GT" sz="2100" b="0" u="none" strike="noStrike">
                <a:solidFill>
                  <a:schemeClr val="dk1"/>
                </a:solidFill>
                <a:effectLst/>
                <a:uFillTx/>
                <a:latin typeface="Open Sans"/>
              </a:defRPr>
            </a:lvl5pPr>
            <a:lvl6pPr lvl="5" algn="l">
              <a:lnSpc>
                <a:spcPct val="90000"/>
              </a:lnSpc>
              <a:spcBef>
                <a:spcPts val="283"/>
              </a:spcBef>
              <a:buClr>
                <a:srgbClr val="000000"/>
              </a:buClr>
              <a:buSzPct val="45000"/>
              <a:buFont typeface="Wingdings" charset="2"/>
              <a:buChar char=""/>
              <a:defRPr lang="es-GT" sz="2100" b="0" u="none" strike="noStrike">
                <a:solidFill>
                  <a:schemeClr val="dk1"/>
                </a:solidFill>
                <a:effectLst/>
                <a:uFillTx/>
                <a:latin typeface="Open Sans"/>
              </a:defRPr>
            </a:lvl6pPr>
            <a:lvl7pPr lvl="6" algn="l">
              <a:lnSpc>
                <a:spcPct val="90000"/>
              </a:lnSpc>
              <a:spcBef>
                <a:spcPts val="283"/>
              </a:spcBef>
              <a:buClr>
                <a:srgbClr val="000000"/>
              </a:buClr>
              <a:buSzPct val="45000"/>
              <a:buFont typeface="Wingdings" charset="2"/>
              <a:buChar char=""/>
              <a:defRPr lang="es-GT" sz="2100" b="0" u="none" strike="noStrike">
                <a:solidFill>
                  <a:schemeClr val="dk1"/>
                </a:solidFill>
                <a:effectLst/>
                <a:uFillTx/>
                <a:latin typeface="Open Sans"/>
              </a:defRPr>
            </a:lvl7pPr>
          </a:lstStyle>
          <a:p>
            <a:pPr marL="228600" indent="-228600" algn="l">
              <a:lnSpc>
                <a:spcPct val="90000"/>
              </a:lnSpc>
              <a:spcBef>
                <a:spcPts val="1417"/>
              </a:spcBef>
              <a:buClr>
                <a:srgbClr val="000000"/>
              </a:buClr>
              <a:buSzPct val="45000"/>
              <a:buFont typeface="Wingdings" charset="2"/>
              <a:buChar char=""/>
            </a:pPr>
            <a:r>
              <a:rPr lang="es-GT" sz="2100" b="0" u="none" strike="noStrike">
                <a:solidFill>
                  <a:schemeClr val="dk1"/>
                </a:solidFill>
                <a:effectLst/>
                <a:uFillTx/>
                <a:latin typeface="Open Sans"/>
              </a:rPr>
              <a:t>Click to edit the outline text format</a:t>
            </a:r>
            <a:endParaRPr lang="es-GT" sz="2100" b="0" u="none" strike="noStrike">
              <a:solidFill>
                <a:schemeClr val="dk1"/>
              </a:solidFill>
              <a:effectLst/>
              <a:uFillTx/>
              <a:latin typeface="Open Sans"/>
            </a:endParaRPr>
          </a:p>
          <a:p>
            <a:pPr marL="533520" lvl="1" indent="-228600" algn="l">
              <a:lnSpc>
                <a:spcPct val="90000"/>
              </a:lnSpc>
              <a:spcBef>
                <a:spcPts val="1134"/>
              </a:spcBef>
              <a:buClr>
                <a:srgbClr val="000000"/>
              </a:buClr>
              <a:buSzPct val="75000"/>
              <a:buFont typeface="Symbol" charset="2"/>
              <a:buChar char=""/>
            </a:pPr>
            <a:r>
              <a:rPr lang="es-GT" sz="2100" b="0" u="none" strike="noStrike">
                <a:solidFill>
                  <a:schemeClr val="dk1"/>
                </a:solidFill>
                <a:effectLst/>
                <a:uFillTx/>
                <a:latin typeface="Open Sans"/>
              </a:rPr>
              <a:t>Second Outline Level</a:t>
            </a:r>
            <a:endParaRPr lang="es-GT" sz="2100" b="0" u="none" strike="noStrike">
              <a:solidFill>
                <a:schemeClr val="dk1"/>
              </a:solidFill>
              <a:effectLst/>
              <a:uFillTx/>
              <a:latin typeface="Open Sans"/>
            </a:endParaRPr>
          </a:p>
          <a:p>
            <a:pPr marL="838080" lvl="2" indent="-228600" algn="l">
              <a:lnSpc>
                <a:spcPct val="90000"/>
              </a:lnSpc>
              <a:spcBef>
                <a:spcPts val="850"/>
              </a:spcBef>
              <a:buClr>
                <a:srgbClr val="000000"/>
              </a:buClr>
              <a:buSzPct val="45000"/>
              <a:buFont typeface="Wingdings" charset="2"/>
              <a:buChar char=""/>
            </a:pPr>
            <a:r>
              <a:rPr lang="es-GT" sz="2100" b="0" u="none" strike="noStrike">
                <a:solidFill>
                  <a:schemeClr val="dk1"/>
                </a:solidFill>
                <a:effectLst/>
                <a:uFillTx/>
                <a:latin typeface="Open Sans"/>
              </a:rPr>
              <a:t>Third Outline Level</a:t>
            </a:r>
            <a:endParaRPr lang="es-GT" sz="2100" b="0" u="none" strike="noStrike">
              <a:solidFill>
                <a:schemeClr val="dk1"/>
              </a:solidFill>
              <a:effectLst/>
              <a:uFillTx/>
              <a:latin typeface="Open Sans"/>
            </a:endParaRPr>
          </a:p>
          <a:p>
            <a:pPr marL="1143000" lvl="3" indent="-228600" algn="l">
              <a:lnSpc>
                <a:spcPct val="90000"/>
              </a:lnSpc>
              <a:spcBef>
                <a:spcPts val="567"/>
              </a:spcBef>
              <a:buClr>
                <a:srgbClr val="000000"/>
              </a:buClr>
              <a:buSzPct val="75000"/>
              <a:buFont typeface="Symbol" charset="2"/>
              <a:buChar char=""/>
            </a:pPr>
            <a:r>
              <a:rPr lang="es-GT" sz="2100" b="0" u="none" strike="noStrike">
                <a:solidFill>
                  <a:schemeClr val="dk1"/>
                </a:solidFill>
                <a:effectLst/>
                <a:uFillTx/>
                <a:latin typeface="Open Sans"/>
              </a:rPr>
              <a:t>Fourth Outline Level</a:t>
            </a:r>
            <a:endParaRPr lang="es-GT" sz="2100" b="0" u="none" strike="noStrike">
              <a:solidFill>
                <a:schemeClr val="dk1"/>
              </a:solidFill>
              <a:effectLst/>
              <a:uFillTx/>
              <a:latin typeface="Open Sans"/>
            </a:endParaRPr>
          </a:p>
          <a:p>
            <a:pPr marL="1447920" lvl="4" indent="-228600" algn="l">
              <a:lnSpc>
                <a:spcPct val="90000"/>
              </a:lnSpc>
              <a:spcBef>
                <a:spcPts val="283"/>
              </a:spcBef>
              <a:buClr>
                <a:srgbClr val="000000"/>
              </a:buClr>
              <a:buSzPct val="45000"/>
              <a:buFont typeface="Wingdings" charset="2"/>
              <a:buChar char=""/>
            </a:pPr>
            <a:r>
              <a:rPr lang="es-GT" sz="2100" b="0" u="none" strike="noStrike">
                <a:solidFill>
                  <a:schemeClr val="dk1"/>
                </a:solidFill>
                <a:effectLst/>
                <a:uFillTx/>
                <a:latin typeface="Open Sans"/>
              </a:rPr>
              <a:t>Fifth Outline Level</a:t>
            </a:r>
            <a:endParaRPr lang="es-GT" sz="2100" b="0" u="none" strike="noStrike">
              <a:solidFill>
                <a:schemeClr val="dk1"/>
              </a:solidFill>
              <a:effectLst/>
              <a:uFillTx/>
              <a:latin typeface="Open Sans"/>
            </a:endParaRPr>
          </a:p>
          <a:p>
            <a:pPr marL="1752480" lvl="5" indent="-228600" algn="l">
              <a:lnSpc>
                <a:spcPct val="90000"/>
              </a:lnSpc>
              <a:spcBef>
                <a:spcPts val="283"/>
              </a:spcBef>
              <a:buClr>
                <a:srgbClr val="000000"/>
              </a:buClr>
              <a:buSzPct val="45000"/>
              <a:buFont typeface="Wingdings" charset="2"/>
              <a:buChar char=""/>
            </a:pPr>
            <a:r>
              <a:rPr lang="es-GT" sz="2100" b="0" u="none" strike="noStrike">
                <a:solidFill>
                  <a:schemeClr val="dk1"/>
                </a:solidFill>
                <a:effectLst/>
                <a:uFillTx/>
                <a:latin typeface="Open Sans"/>
              </a:rPr>
              <a:t>Sixth Outline Level</a:t>
            </a:r>
            <a:endParaRPr lang="es-GT" sz="2100" b="0" u="none" strike="noStrike">
              <a:solidFill>
                <a:schemeClr val="dk1"/>
              </a:solidFill>
              <a:effectLst/>
              <a:uFillTx/>
              <a:latin typeface="Open Sans"/>
            </a:endParaRPr>
          </a:p>
          <a:p>
            <a:pPr marL="2057400" lvl="6" indent="-228600" algn="l">
              <a:lnSpc>
                <a:spcPct val="90000"/>
              </a:lnSpc>
              <a:spcBef>
                <a:spcPts val="283"/>
              </a:spcBef>
              <a:buClr>
                <a:srgbClr val="000000"/>
              </a:buClr>
              <a:buSzPct val="45000"/>
              <a:buFont typeface="Wingdings" charset="2"/>
              <a:buChar char=""/>
            </a:pPr>
            <a:r>
              <a:rPr lang="es-GT" sz="2100" b="0" u="none" strike="noStrike">
                <a:solidFill>
                  <a:schemeClr val="dk1"/>
                </a:solidFill>
                <a:effectLst/>
                <a:uFillTx/>
                <a:latin typeface="Open Sans"/>
              </a:rPr>
              <a:t>Seventh Outline Level</a:t>
            </a:r>
            <a:endParaRPr lang="es-GT" sz="2100" b="0" u="none" strike="noStrike">
              <a:solidFill>
                <a:schemeClr val="dk1"/>
              </a:solidFill>
              <a:effectLst/>
              <a:uFillTx/>
              <a:latin typeface="Open Sans"/>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One Column">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685800" y="533520"/>
            <a:ext cx="10820160" cy="837720"/>
          </a:xfrm>
          <a:prstGeom prst="rect">
            <a:avLst/>
          </a:prstGeom>
          <a:noFill/>
          <a:ln w="0">
            <a:noFill/>
          </a:ln>
        </p:spPr>
        <p:txBody>
          <a:bodyPr lIns="0" tIns="0" rIns="0" bIns="0" anchor="t">
            <a:normAutofit/>
          </a:bodyPr>
          <a:lstStyle>
            <a:lvl1pPr indent="0" algn="l">
              <a:lnSpc>
                <a:spcPct val="90000"/>
              </a:lnSpc>
              <a:buNone/>
              <a:defRPr lang="es-GT" sz="3300" b="0" u="none" strike="noStrike">
                <a:solidFill>
                  <a:schemeClr val="dk1"/>
                </a:solidFill>
                <a:effectLst/>
                <a:uFillTx/>
                <a:latin typeface="Open Sans"/>
              </a:defRPr>
            </a:lvl1pPr>
          </a:lstStyle>
          <a:p>
            <a:pPr indent="0" algn="l">
              <a:lnSpc>
                <a:spcPct val="90000"/>
              </a:lnSpc>
              <a:buNone/>
            </a:pPr>
            <a:r>
              <a:rPr lang="es-GT" sz="3300" b="0" u="none" strike="noStrike">
                <a:solidFill>
                  <a:schemeClr val="dk1"/>
                </a:solidFill>
                <a:effectLst/>
                <a:uFillTx/>
                <a:latin typeface="Open Sans"/>
              </a:rPr>
              <a:t>Click to edit the title text format</a:t>
            </a:r>
            <a:endParaRPr lang="es-GT" sz="3300" b="0" u="none" strike="noStrike">
              <a:solidFill>
                <a:schemeClr val="dk1"/>
              </a:solidFill>
              <a:effectLst/>
              <a:uFillTx/>
              <a:latin typeface="Open Sans"/>
            </a:endParaRPr>
          </a:p>
        </p:txBody>
      </p:sp>
      <p:sp>
        <p:nvSpPr>
          <p:cNvPr id="9" name="PlaceHolder 2"/>
          <p:cNvSpPr>
            <a:spLocks noGrp="1"/>
          </p:cNvSpPr>
          <p:nvPr>
            <p:ph type="body"/>
          </p:nvPr>
        </p:nvSpPr>
        <p:spPr>
          <a:xfrm>
            <a:off x="685800" y="1905120"/>
            <a:ext cx="5028840" cy="426672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s-GT" sz="2250" b="0" u="none" strike="noStrike">
                <a:solidFill>
                  <a:schemeClr val="dk1"/>
                </a:solidFill>
                <a:effectLst/>
                <a:uFillTx/>
                <a:latin typeface="Open Sans"/>
              </a:defRPr>
            </a:lvl1pPr>
            <a:lvl2pPr lvl="1" algn="l">
              <a:lnSpc>
                <a:spcPct val="90000"/>
              </a:lnSpc>
              <a:spcBef>
                <a:spcPts val="1134"/>
              </a:spcBef>
              <a:buClr>
                <a:srgbClr val="000000"/>
              </a:buClr>
              <a:buSzPct val="75000"/>
              <a:buFont typeface="Symbol" charset="2"/>
              <a:buChar char=""/>
              <a:defRPr lang="es-GT" sz="2250" b="0" u="none" strike="noStrike">
                <a:solidFill>
                  <a:schemeClr val="dk1"/>
                </a:solidFill>
                <a:effectLst/>
                <a:uFillTx/>
                <a:latin typeface="Open Sans"/>
              </a:defRPr>
            </a:lvl2pPr>
            <a:lvl3pPr lvl="2" algn="l">
              <a:lnSpc>
                <a:spcPct val="90000"/>
              </a:lnSpc>
              <a:spcBef>
                <a:spcPts val="850"/>
              </a:spcBef>
              <a:buClr>
                <a:srgbClr val="000000"/>
              </a:buClr>
              <a:buSzPct val="45000"/>
              <a:buFont typeface="Wingdings" charset="2"/>
              <a:buChar char=""/>
              <a:defRPr lang="es-GT" sz="2250" b="0" u="none" strike="noStrike">
                <a:solidFill>
                  <a:schemeClr val="dk1"/>
                </a:solidFill>
                <a:effectLst/>
                <a:uFillTx/>
                <a:latin typeface="Open Sans"/>
              </a:defRPr>
            </a:lvl3pPr>
            <a:lvl4pPr lvl="3" algn="l">
              <a:lnSpc>
                <a:spcPct val="90000"/>
              </a:lnSpc>
              <a:spcBef>
                <a:spcPts val="567"/>
              </a:spcBef>
              <a:buClr>
                <a:srgbClr val="000000"/>
              </a:buClr>
              <a:buSzPct val="75000"/>
              <a:buFont typeface="Symbol" charset="2"/>
              <a:buChar char=""/>
              <a:defRPr lang="es-GT" sz="2250" b="0" u="none" strike="noStrike">
                <a:solidFill>
                  <a:schemeClr val="dk1"/>
                </a:solidFill>
                <a:effectLst/>
                <a:uFillTx/>
                <a:latin typeface="Open Sans"/>
              </a:defRPr>
            </a:lvl4pPr>
            <a:lvl5pPr lvl="4" algn="l">
              <a:lnSpc>
                <a:spcPct val="90000"/>
              </a:lnSpc>
              <a:spcBef>
                <a:spcPts val="283"/>
              </a:spcBef>
              <a:buClr>
                <a:srgbClr val="000000"/>
              </a:buClr>
              <a:buSzPct val="45000"/>
              <a:buFont typeface="Wingdings" charset="2"/>
              <a:buChar char=""/>
              <a:defRPr lang="es-GT" sz="2250" b="0" u="none" strike="noStrike">
                <a:solidFill>
                  <a:schemeClr val="dk1"/>
                </a:solidFill>
                <a:effectLst/>
                <a:uFillTx/>
                <a:latin typeface="Open Sans"/>
              </a:defRPr>
            </a:lvl5pPr>
            <a:lvl6pPr lvl="5" algn="l">
              <a:lnSpc>
                <a:spcPct val="90000"/>
              </a:lnSpc>
              <a:spcBef>
                <a:spcPts val="283"/>
              </a:spcBef>
              <a:buClr>
                <a:srgbClr val="000000"/>
              </a:buClr>
              <a:buSzPct val="45000"/>
              <a:buFont typeface="Wingdings" charset="2"/>
              <a:buChar char=""/>
              <a:defRPr lang="es-GT" sz="2250" b="0" u="none" strike="noStrike">
                <a:solidFill>
                  <a:schemeClr val="dk1"/>
                </a:solidFill>
                <a:effectLst/>
                <a:uFillTx/>
                <a:latin typeface="Open Sans"/>
              </a:defRPr>
            </a:lvl6pPr>
            <a:lvl7pPr lvl="6" algn="l">
              <a:lnSpc>
                <a:spcPct val="90000"/>
              </a:lnSpc>
              <a:spcBef>
                <a:spcPts val="283"/>
              </a:spcBef>
              <a:buClr>
                <a:srgbClr val="000000"/>
              </a:buClr>
              <a:buSzPct val="45000"/>
              <a:buFont typeface="Wingdings" charset="2"/>
              <a:buChar char=""/>
              <a:defRPr lang="es-GT" sz="2250" b="0" u="none" strike="noStrike">
                <a:solidFill>
                  <a:schemeClr val="dk1"/>
                </a:solidFill>
                <a:effectLst/>
                <a:uFillTx/>
                <a:latin typeface="Open Sans"/>
              </a:defRPr>
            </a:lvl7pPr>
          </a:lstStyle>
          <a:p>
            <a:pPr marL="228600" indent="-228600" algn="l">
              <a:lnSpc>
                <a:spcPct val="90000"/>
              </a:lnSpc>
              <a:spcBef>
                <a:spcPts val="1417"/>
              </a:spcBef>
              <a:buClr>
                <a:srgbClr val="000000"/>
              </a:buClr>
              <a:buSzPct val="45000"/>
              <a:buFont typeface="Wingdings" charset="2"/>
              <a:buChar char=""/>
            </a:pPr>
            <a:r>
              <a:rPr lang="es-GT" sz="2250" b="0" u="none" strike="noStrike">
                <a:solidFill>
                  <a:schemeClr val="dk1"/>
                </a:solidFill>
                <a:effectLst/>
                <a:uFillTx/>
                <a:latin typeface="Open Sans"/>
              </a:rPr>
              <a:t>Click to edit the outline text format</a:t>
            </a:r>
            <a:endParaRPr lang="es-GT" sz="2250" b="0" u="none" strike="noStrike">
              <a:solidFill>
                <a:schemeClr val="dk1"/>
              </a:solidFill>
              <a:effectLst/>
              <a:uFillTx/>
              <a:latin typeface="Open Sans"/>
            </a:endParaRPr>
          </a:p>
          <a:p>
            <a:pPr marL="533520" lvl="1" indent="-228600" algn="l">
              <a:lnSpc>
                <a:spcPct val="90000"/>
              </a:lnSpc>
              <a:spcBef>
                <a:spcPts val="1134"/>
              </a:spcBef>
              <a:buClr>
                <a:srgbClr val="000000"/>
              </a:buClr>
              <a:buSzPct val="75000"/>
              <a:buFont typeface="Symbol" charset="2"/>
              <a:buChar char=""/>
            </a:pPr>
            <a:r>
              <a:rPr lang="es-GT" sz="2250" b="0" u="none" strike="noStrike">
                <a:solidFill>
                  <a:schemeClr val="dk1"/>
                </a:solidFill>
                <a:effectLst/>
                <a:uFillTx/>
                <a:latin typeface="Open Sans"/>
              </a:rPr>
              <a:t>Second Outline Level</a:t>
            </a:r>
            <a:endParaRPr lang="es-GT" sz="2250" b="0" u="none" strike="noStrike">
              <a:solidFill>
                <a:schemeClr val="dk1"/>
              </a:solidFill>
              <a:effectLst/>
              <a:uFillTx/>
              <a:latin typeface="Open Sans"/>
            </a:endParaRPr>
          </a:p>
          <a:p>
            <a:pPr marL="838080" lvl="2" indent="-228600" algn="l">
              <a:lnSpc>
                <a:spcPct val="90000"/>
              </a:lnSpc>
              <a:spcBef>
                <a:spcPts val="850"/>
              </a:spcBef>
              <a:buClr>
                <a:srgbClr val="000000"/>
              </a:buClr>
              <a:buSzPct val="45000"/>
              <a:buFont typeface="Wingdings" charset="2"/>
              <a:buChar char=""/>
            </a:pPr>
            <a:r>
              <a:rPr lang="es-GT" sz="2250" b="0" u="none" strike="noStrike">
                <a:solidFill>
                  <a:schemeClr val="dk1"/>
                </a:solidFill>
                <a:effectLst/>
                <a:uFillTx/>
                <a:latin typeface="Open Sans"/>
              </a:rPr>
              <a:t>Third Outline Level</a:t>
            </a:r>
            <a:endParaRPr lang="es-GT" sz="2250" b="0" u="none" strike="noStrike">
              <a:solidFill>
                <a:schemeClr val="dk1"/>
              </a:solidFill>
              <a:effectLst/>
              <a:uFillTx/>
              <a:latin typeface="Open Sans"/>
            </a:endParaRPr>
          </a:p>
          <a:p>
            <a:pPr marL="1143000" lvl="3" indent="-228600" algn="l">
              <a:lnSpc>
                <a:spcPct val="90000"/>
              </a:lnSpc>
              <a:spcBef>
                <a:spcPts val="567"/>
              </a:spcBef>
              <a:buClr>
                <a:srgbClr val="000000"/>
              </a:buClr>
              <a:buSzPct val="75000"/>
              <a:buFont typeface="Symbol" charset="2"/>
              <a:buChar char=""/>
            </a:pPr>
            <a:r>
              <a:rPr lang="es-GT" sz="2250" b="0" u="none" strike="noStrike">
                <a:solidFill>
                  <a:schemeClr val="dk1"/>
                </a:solidFill>
                <a:effectLst/>
                <a:uFillTx/>
                <a:latin typeface="Open Sans"/>
              </a:rPr>
              <a:t>Fourth Outline Level</a:t>
            </a:r>
            <a:endParaRPr lang="es-GT" sz="2250" b="0" u="none" strike="noStrike">
              <a:solidFill>
                <a:schemeClr val="dk1"/>
              </a:solidFill>
              <a:effectLst/>
              <a:uFillTx/>
              <a:latin typeface="Open Sans"/>
            </a:endParaRPr>
          </a:p>
          <a:p>
            <a:pPr marL="1447920" lvl="4" indent="-228600" algn="l">
              <a:lnSpc>
                <a:spcPct val="90000"/>
              </a:lnSpc>
              <a:spcBef>
                <a:spcPts val="283"/>
              </a:spcBef>
              <a:buClr>
                <a:srgbClr val="000000"/>
              </a:buClr>
              <a:buSzPct val="45000"/>
              <a:buFont typeface="Wingdings" charset="2"/>
              <a:buChar char=""/>
            </a:pPr>
            <a:r>
              <a:rPr lang="es-GT" sz="2250" b="0" u="none" strike="noStrike">
                <a:solidFill>
                  <a:schemeClr val="dk1"/>
                </a:solidFill>
                <a:effectLst/>
                <a:uFillTx/>
                <a:latin typeface="Open Sans"/>
              </a:rPr>
              <a:t>Fifth Outline Level</a:t>
            </a:r>
            <a:endParaRPr lang="es-GT" sz="2250" b="0" u="none" strike="noStrike">
              <a:solidFill>
                <a:schemeClr val="dk1"/>
              </a:solidFill>
              <a:effectLst/>
              <a:uFillTx/>
              <a:latin typeface="Open Sans"/>
            </a:endParaRPr>
          </a:p>
          <a:p>
            <a:pPr marL="1752480" lvl="5" indent="-228600" algn="l">
              <a:lnSpc>
                <a:spcPct val="90000"/>
              </a:lnSpc>
              <a:spcBef>
                <a:spcPts val="283"/>
              </a:spcBef>
              <a:buClr>
                <a:srgbClr val="000000"/>
              </a:buClr>
              <a:buSzPct val="45000"/>
              <a:buFont typeface="Wingdings" charset="2"/>
              <a:buChar char=""/>
            </a:pPr>
            <a:r>
              <a:rPr lang="es-GT" sz="2250" b="0" u="none" strike="noStrike">
                <a:solidFill>
                  <a:schemeClr val="dk1"/>
                </a:solidFill>
                <a:effectLst/>
                <a:uFillTx/>
                <a:latin typeface="Open Sans"/>
              </a:rPr>
              <a:t>Sixth Outline Level</a:t>
            </a:r>
            <a:endParaRPr lang="es-GT" sz="2250" b="0" u="none" strike="noStrike">
              <a:solidFill>
                <a:schemeClr val="dk1"/>
              </a:solidFill>
              <a:effectLst/>
              <a:uFillTx/>
              <a:latin typeface="Open Sans"/>
            </a:endParaRPr>
          </a:p>
          <a:p>
            <a:pPr marL="2057400" lvl="6" indent="-228600" algn="l">
              <a:lnSpc>
                <a:spcPct val="90000"/>
              </a:lnSpc>
              <a:spcBef>
                <a:spcPts val="283"/>
              </a:spcBef>
              <a:buClr>
                <a:srgbClr val="000000"/>
              </a:buClr>
              <a:buSzPct val="45000"/>
              <a:buFont typeface="Wingdings" charset="2"/>
              <a:buChar char=""/>
            </a:pPr>
            <a:r>
              <a:rPr lang="es-GT" sz="2250" b="0" u="none" strike="noStrike">
                <a:solidFill>
                  <a:schemeClr val="dk1"/>
                </a:solidFill>
                <a:effectLst/>
                <a:uFillTx/>
                <a:latin typeface="Open Sans"/>
              </a:rPr>
              <a:t>Seventh Outline Level</a:t>
            </a:r>
            <a:endParaRPr lang="es-GT" sz="2250" b="0" u="none" strike="noStrike">
              <a:solidFill>
                <a:schemeClr val="dk1"/>
              </a:solidFill>
              <a:effectLst/>
              <a:uFillTx/>
              <a:latin typeface="Open Sans"/>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1219320" y="2857680"/>
            <a:ext cx="9753120" cy="1142640"/>
          </a:xfrm>
          <a:prstGeom prst="rect">
            <a:avLst/>
          </a:prstGeom>
          <a:noFill/>
          <a:ln w="0">
            <a:noFill/>
          </a:ln>
        </p:spPr>
        <p:txBody>
          <a:bodyPr lIns="0" tIns="0" rIns="0" bIns="0" anchor="ctr">
            <a:normAutofit/>
          </a:bodyPr>
          <a:lstStyle>
            <a:lvl1pPr indent="0" algn="l">
              <a:lnSpc>
                <a:spcPct val="90000"/>
              </a:lnSpc>
              <a:buNone/>
              <a:defRPr lang="es-GT" sz="4200" b="0" u="none" strike="noStrike">
                <a:solidFill>
                  <a:schemeClr val="dk1"/>
                </a:solidFill>
                <a:effectLst/>
                <a:uFillTx/>
                <a:latin typeface="Open Sans"/>
              </a:defRPr>
            </a:lvl1pPr>
          </a:lstStyle>
          <a:p>
            <a:pPr indent="0" algn="l">
              <a:lnSpc>
                <a:spcPct val="90000"/>
              </a:lnSpc>
              <a:buNone/>
            </a:pPr>
            <a:r>
              <a:rPr lang="es-GT" sz="4200" b="0" u="none" strike="noStrike">
                <a:solidFill>
                  <a:schemeClr val="dk1"/>
                </a:solidFill>
                <a:effectLst/>
                <a:uFillTx/>
                <a:latin typeface="Open Sans"/>
              </a:rPr>
              <a:t>Click to edit the title text format</a:t>
            </a:r>
            <a:endParaRPr lang="es-GT" sz="4200" b="0" u="none" strike="noStrike">
              <a:solidFill>
                <a:schemeClr val="dk1"/>
              </a:solidFill>
              <a:effectLst/>
              <a:uFillTx/>
              <a:latin typeface="Open Sans"/>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ody">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85800" y="533520"/>
            <a:ext cx="10820160" cy="837720"/>
          </a:xfrm>
          <a:prstGeom prst="rect">
            <a:avLst/>
          </a:prstGeom>
          <a:noFill/>
          <a:ln w="0">
            <a:noFill/>
          </a:ln>
        </p:spPr>
        <p:txBody>
          <a:bodyPr lIns="0" tIns="0" rIns="0" bIns="0" anchor="t">
            <a:normAutofit/>
          </a:bodyPr>
          <a:lstStyle>
            <a:lvl1pPr indent="0" algn="l">
              <a:lnSpc>
                <a:spcPct val="90000"/>
              </a:lnSpc>
              <a:buNone/>
              <a:defRPr lang="es-GT" sz="3300" b="0" u="none" strike="noStrike">
                <a:solidFill>
                  <a:schemeClr val="dk1"/>
                </a:solidFill>
                <a:effectLst/>
                <a:uFillTx/>
                <a:latin typeface="Open Sans"/>
              </a:defRPr>
            </a:lvl1pPr>
          </a:lstStyle>
          <a:p>
            <a:pPr indent="0" algn="l">
              <a:lnSpc>
                <a:spcPct val="90000"/>
              </a:lnSpc>
              <a:buNone/>
            </a:pPr>
            <a:r>
              <a:rPr lang="es-GT" sz="3300" b="0" u="none" strike="noStrike">
                <a:solidFill>
                  <a:schemeClr val="dk1"/>
                </a:solidFill>
                <a:effectLst/>
                <a:uFillTx/>
                <a:latin typeface="Open Sans"/>
              </a:rPr>
              <a:t>Click to edit the title text format</a:t>
            </a:r>
            <a:endParaRPr lang="es-GT" sz="3300" b="0" u="none" strike="noStrike">
              <a:solidFill>
                <a:schemeClr val="dk1"/>
              </a:solidFill>
              <a:effectLst/>
              <a:uFillTx/>
              <a:latin typeface="Open Sans"/>
            </a:endParaRPr>
          </a:p>
        </p:txBody>
      </p:sp>
      <p:sp>
        <p:nvSpPr>
          <p:cNvPr id="12" name="PlaceHolder 2"/>
          <p:cNvSpPr>
            <a:spLocks noGrp="1"/>
          </p:cNvSpPr>
          <p:nvPr>
            <p:ph type="body"/>
          </p:nvPr>
        </p:nvSpPr>
        <p:spPr>
          <a:xfrm>
            <a:off x="685800" y="1905120"/>
            <a:ext cx="10820160" cy="426672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s-GT" sz="2250" b="0" u="none" strike="noStrike">
                <a:solidFill>
                  <a:schemeClr val="dk1"/>
                </a:solidFill>
                <a:effectLst/>
                <a:uFillTx/>
                <a:latin typeface="Open Sans"/>
              </a:defRPr>
            </a:lvl1pPr>
            <a:lvl2pPr lvl="1" algn="l">
              <a:lnSpc>
                <a:spcPct val="90000"/>
              </a:lnSpc>
              <a:spcBef>
                <a:spcPts val="1134"/>
              </a:spcBef>
              <a:buClr>
                <a:srgbClr val="000000"/>
              </a:buClr>
              <a:buSzPct val="75000"/>
              <a:buFont typeface="Symbol" charset="2"/>
              <a:buChar char=""/>
              <a:defRPr lang="es-GT" sz="2250" b="0" u="none" strike="noStrike">
                <a:solidFill>
                  <a:schemeClr val="dk1"/>
                </a:solidFill>
                <a:effectLst/>
                <a:uFillTx/>
                <a:latin typeface="Open Sans"/>
              </a:defRPr>
            </a:lvl2pPr>
            <a:lvl3pPr lvl="2" algn="l">
              <a:lnSpc>
                <a:spcPct val="90000"/>
              </a:lnSpc>
              <a:spcBef>
                <a:spcPts val="850"/>
              </a:spcBef>
              <a:buClr>
                <a:srgbClr val="000000"/>
              </a:buClr>
              <a:buSzPct val="45000"/>
              <a:buFont typeface="Wingdings" charset="2"/>
              <a:buChar char=""/>
              <a:defRPr lang="es-GT" sz="2250" b="0" u="none" strike="noStrike">
                <a:solidFill>
                  <a:schemeClr val="dk1"/>
                </a:solidFill>
                <a:effectLst/>
                <a:uFillTx/>
                <a:latin typeface="Open Sans"/>
              </a:defRPr>
            </a:lvl3pPr>
            <a:lvl4pPr lvl="3" algn="l">
              <a:lnSpc>
                <a:spcPct val="90000"/>
              </a:lnSpc>
              <a:spcBef>
                <a:spcPts val="567"/>
              </a:spcBef>
              <a:buClr>
                <a:srgbClr val="000000"/>
              </a:buClr>
              <a:buSzPct val="75000"/>
              <a:buFont typeface="Symbol" charset="2"/>
              <a:buChar char=""/>
              <a:defRPr lang="es-GT" sz="2250" b="0" u="none" strike="noStrike">
                <a:solidFill>
                  <a:schemeClr val="dk1"/>
                </a:solidFill>
                <a:effectLst/>
                <a:uFillTx/>
                <a:latin typeface="Open Sans"/>
              </a:defRPr>
            </a:lvl4pPr>
            <a:lvl5pPr lvl="4" algn="l">
              <a:lnSpc>
                <a:spcPct val="90000"/>
              </a:lnSpc>
              <a:spcBef>
                <a:spcPts val="283"/>
              </a:spcBef>
              <a:buClr>
                <a:srgbClr val="000000"/>
              </a:buClr>
              <a:buSzPct val="45000"/>
              <a:buFont typeface="Wingdings" charset="2"/>
              <a:buChar char=""/>
              <a:defRPr lang="es-GT" sz="2250" b="0" u="none" strike="noStrike">
                <a:solidFill>
                  <a:schemeClr val="dk1"/>
                </a:solidFill>
                <a:effectLst/>
                <a:uFillTx/>
                <a:latin typeface="Open Sans"/>
              </a:defRPr>
            </a:lvl5pPr>
            <a:lvl6pPr lvl="5" algn="l">
              <a:lnSpc>
                <a:spcPct val="90000"/>
              </a:lnSpc>
              <a:spcBef>
                <a:spcPts val="283"/>
              </a:spcBef>
              <a:buClr>
                <a:srgbClr val="000000"/>
              </a:buClr>
              <a:buSzPct val="45000"/>
              <a:buFont typeface="Wingdings" charset="2"/>
              <a:buChar char=""/>
              <a:defRPr lang="es-GT" sz="2250" b="0" u="none" strike="noStrike">
                <a:solidFill>
                  <a:schemeClr val="dk1"/>
                </a:solidFill>
                <a:effectLst/>
                <a:uFillTx/>
                <a:latin typeface="Open Sans"/>
              </a:defRPr>
            </a:lvl6pPr>
            <a:lvl7pPr lvl="6" algn="l">
              <a:lnSpc>
                <a:spcPct val="90000"/>
              </a:lnSpc>
              <a:spcBef>
                <a:spcPts val="283"/>
              </a:spcBef>
              <a:buClr>
                <a:srgbClr val="000000"/>
              </a:buClr>
              <a:buSzPct val="45000"/>
              <a:buFont typeface="Wingdings" charset="2"/>
              <a:buChar char=""/>
              <a:defRPr lang="es-GT" sz="2250" b="0" u="none" strike="noStrike">
                <a:solidFill>
                  <a:schemeClr val="dk1"/>
                </a:solidFill>
                <a:effectLst/>
                <a:uFillTx/>
                <a:latin typeface="Open Sans"/>
              </a:defRPr>
            </a:lvl7pPr>
          </a:lstStyle>
          <a:p>
            <a:pPr marL="228600" indent="-228600" algn="l">
              <a:lnSpc>
                <a:spcPct val="90000"/>
              </a:lnSpc>
              <a:spcBef>
                <a:spcPts val="1417"/>
              </a:spcBef>
              <a:buClr>
                <a:srgbClr val="000000"/>
              </a:buClr>
              <a:buSzPct val="45000"/>
              <a:buFont typeface="Wingdings" charset="2"/>
              <a:buChar char=""/>
            </a:pPr>
            <a:r>
              <a:rPr lang="es-GT" sz="2250" b="0" u="none" strike="noStrike">
                <a:solidFill>
                  <a:schemeClr val="dk1"/>
                </a:solidFill>
                <a:effectLst/>
                <a:uFillTx/>
                <a:latin typeface="Open Sans"/>
              </a:rPr>
              <a:t>Click to edit the outline text format</a:t>
            </a:r>
            <a:endParaRPr lang="es-GT" sz="2250" b="0" u="none" strike="noStrike">
              <a:solidFill>
                <a:schemeClr val="dk1"/>
              </a:solidFill>
              <a:effectLst/>
              <a:uFillTx/>
              <a:latin typeface="Open Sans"/>
            </a:endParaRPr>
          </a:p>
          <a:p>
            <a:pPr marL="533520" lvl="1" indent="-228600" algn="l">
              <a:lnSpc>
                <a:spcPct val="90000"/>
              </a:lnSpc>
              <a:spcBef>
                <a:spcPts val="1134"/>
              </a:spcBef>
              <a:buClr>
                <a:srgbClr val="000000"/>
              </a:buClr>
              <a:buSzPct val="75000"/>
              <a:buFont typeface="Symbol" charset="2"/>
              <a:buChar char=""/>
            </a:pPr>
            <a:r>
              <a:rPr lang="es-GT" sz="2250" b="0" u="none" strike="noStrike">
                <a:solidFill>
                  <a:schemeClr val="dk1"/>
                </a:solidFill>
                <a:effectLst/>
                <a:uFillTx/>
                <a:latin typeface="Open Sans"/>
              </a:rPr>
              <a:t>Second Outline Level</a:t>
            </a:r>
            <a:endParaRPr lang="es-GT" sz="2250" b="0" u="none" strike="noStrike">
              <a:solidFill>
                <a:schemeClr val="dk1"/>
              </a:solidFill>
              <a:effectLst/>
              <a:uFillTx/>
              <a:latin typeface="Open Sans"/>
            </a:endParaRPr>
          </a:p>
          <a:p>
            <a:pPr marL="838080" lvl="2" indent="-228600" algn="l">
              <a:lnSpc>
                <a:spcPct val="90000"/>
              </a:lnSpc>
              <a:spcBef>
                <a:spcPts val="850"/>
              </a:spcBef>
              <a:buClr>
                <a:srgbClr val="000000"/>
              </a:buClr>
              <a:buSzPct val="45000"/>
              <a:buFont typeface="Wingdings" charset="2"/>
              <a:buChar char=""/>
            </a:pPr>
            <a:r>
              <a:rPr lang="es-GT" sz="2250" b="0" u="none" strike="noStrike">
                <a:solidFill>
                  <a:schemeClr val="dk1"/>
                </a:solidFill>
                <a:effectLst/>
                <a:uFillTx/>
                <a:latin typeface="Open Sans"/>
              </a:rPr>
              <a:t>Third Outline Level</a:t>
            </a:r>
            <a:endParaRPr lang="es-GT" sz="2250" b="0" u="none" strike="noStrike">
              <a:solidFill>
                <a:schemeClr val="dk1"/>
              </a:solidFill>
              <a:effectLst/>
              <a:uFillTx/>
              <a:latin typeface="Open Sans"/>
            </a:endParaRPr>
          </a:p>
          <a:p>
            <a:pPr marL="1143000" lvl="3" indent="-228600" algn="l">
              <a:lnSpc>
                <a:spcPct val="90000"/>
              </a:lnSpc>
              <a:spcBef>
                <a:spcPts val="567"/>
              </a:spcBef>
              <a:buClr>
                <a:srgbClr val="000000"/>
              </a:buClr>
              <a:buSzPct val="75000"/>
              <a:buFont typeface="Symbol" charset="2"/>
              <a:buChar char=""/>
            </a:pPr>
            <a:r>
              <a:rPr lang="es-GT" sz="2250" b="0" u="none" strike="noStrike">
                <a:solidFill>
                  <a:schemeClr val="dk1"/>
                </a:solidFill>
                <a:effectLst/>
                <a:uFillTx/>
                <a:latin typeface="Open Sans"/>
              </a:rPr>
              <a:t>Fourth Outline Level</a:t>
            </a:r>
            <a:endParaRPr lang="es-GT" sz="2250" b="0" u="none" strike="noStrike">
              <a:solidFill>
                <a:schemeClr val="dk1"/>
              </a:solidFill>
              <a:effectLst/>
              <a:uFillTx/>
              <a:latin typeface="Open Sans"/>
            </a:endParaRPr>
          </a:p>
          <a:p>
            <a:pPr marL="1447920" lvl="4" indent="-228600" algn="l">
              <a:lnSpc>
                <a:spcPct val="90000"/>
              </a:lnSpc>
              <a:spcBef>
                <a:spcPts val="283"/>
              </a:spcBef>
              <a:buClr>
                <a:srgbClr val="000000"/>
              </a:buClr>
              <a:buSzPct val="45000"/>
              <a:buFont typeface="Wingdings" charset="2"/>
              <a:buChar char=""/>
            </a:pPr>
            <a:r>
              <a:rPr lang="es-GT" sz="2250" b="0" u="none" strike="noStrike">
                <a:solidFill>
                  <a:schemeClr val="dk1"/>
                </a:solidFill>
                <a:effectLst/>
                <a:uFillTx/>
                <a:latin typeface="Open Sans"/>
              </a:rPr>
              <a:t>Fifth Outline Level</a:t>
            </a:r>
            <a:endParaRPr lang="es-GT" sz="2250" b="0" u="none" strike="noStrike">
              <a:solidFill>
                <a:schemeClr val="dk1"/>
              </a:solidFill>
              <a:effectLst/>
              <a:uFillTx/>
              <a:latin typeface="Open Sans"/>
            </a:endParaRPr>
          </a:p>
          <a:p>
            <a:pPr marL="1752480" lvl="5" indent="-228600" algn="l">
              <a:lnSpc>
                <a:spcPct val="90000"/>
              </a:lnSpc>
              <a:spcBef>
                <a:spcPts val="283"/>
              </a:spcBef>
              <a:buClr>
                <a:srgbClr val="000000"/>
              </a:buClr>
              <a:buSzPct val="45000"/>
              <a:buFont typeface="Wingdings" charset="2"/>
              <a:buChar char=""/>
            </a:pPr>
            <a:r>
              <a:rPr lang="es-GT" sz="2250" b="0" u="none" strike="noStrike">
                <a:solidFill>
                  <a:schemeClr val="dk1"/>
                </a:solidFill>
                <a:effectLst/>
                <a:uFillTx/>
                <a:latin typeface="Open Sans"/>
              </a:rPr>
              <a:t>Sixth Outline Level</a:t>
            </a:r>
            <a:endParaRPr lang="es-GT" sz="2250" b="0" u="none" strike="noStrike">
              <a:solidFill>
                <a:schemeClr val="dk1"/>
              </a:solidFill>
              <a:effectLst/>
              <a:uFillTx/>
              <a:latin typeface="Open Sans"/>
            </a:endParaRPr>
          </a:p>
          <a:p>
            <a:pPr marL="2057400" lvl="6" indent="-228600" algn="l">
              <a:lnSpc>
                <a:spcPct val="90000"/>
              </a:lnSpc>
              <a:spcBef>
                <a:spcPts val="283"/>
              </a:spcBef>
              <a:buClr>
                <a:srgbClr val="000000"/>
              </a:buClr>
              <a:buSzPct val="45000"/>
              <a:buFont typeface="Wingdings" charset="2"/>
              <a:buChar char=""/>
            </a:pPr>
            <a:r>
              <a:rPr lang="es-GT" sz="2250" b="0" u="none" strike="noStrike">
                <a:solidFill>
                  <a:schemeClr val="dk1"/>
                </a:solidFill>
                <a:effectLst/>
                <a:uFillTx/>
                <a:latin typeface="Open Sans"/>
              </a:rPr>
              <a:t>Seventh Outline Level</a:t>
            </a:r>
            <a:endParaRPr lang="es-GT" sz="2250" b="0" u="none" strike="noStrike">
              <a:solidFill>
                <a:schemeClr val="dk1"/>
              </a:solidFill>
              <a:effectLst/>
              <a:uFillTx/>
              <a:latin typeface="Open San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4F5D2F"/>
        </a:solidFill>
      </p:bgPr>
    </p:bg>
    <p:spTree>
      <p:nvGrpSpPr>
        <p:cNvPr id="1" name=""/>
        <p:cNvGrpSpPr/>
        <p:nvPr/>
      </p:nvGrpSpPr>
      <p:grpSpPr>
        <a:xfrm>
          <a:off x="0" y="0"/>
          <a:ext cx="0" cy="0"/>
          <a:chOff x="0" y="0"/>
          <a:chExt cx="0" cy="0"/>
        </a:xfrm>
      </p:grpSpPr>
      <p:sp>
        <p:nvSpPr>
          <p:cNvPr id="19" name="Título 1"/>
          <p:cNvSpPr/>
          <p:nvPr/>
        </p:nvSpPr>
        <p:spPr>
          <a:xfrm>
            <a:off x="609480" y="1009800"/>
            <a:ext cx="10972440" cy="104724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6000" b="1" u="none" strike="noStrike">
                <a:solidFill>
                  <a:srgbClr val="EFE6D2"/>
                </a:solidFill>
                <a:effectLst/>
                <a:uFillTx/>
                <a:latin typeface="Open Sans"/>
                <a:ea typeface="Open Sans"/>
              </a:rPr>
              <a:t>Casa del Valle</a:t>
            </a:r>
            <a:endParaRPr lang="es-GT" sz="6000" b="0" u="none" strike="noStrike">
              <a:solidFill>
                <a:srgbClr val="FFFFFF"/>
              </a:solidFill>
              <a:effectLst/>
              <a:uFillTx/>
              <a:latin typeface="Arial"/>
            </a:endParaRPr>
          </a:p>
        </p:txBody>
      </p:sp>
      <p:sp>
        <p:nvSpPr>
          <p:cNvPr id="20" name=""/>
          <p:cNvSpPr/>
          <p:nvPr/>
        </p:nvSpPr>
        <p:spPr>
          <a:xfrm>
            <a:off x="647640" y="2333520"/>
            <a:ext cx="10477080" cy="72360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3000" b="0" u="none" strike="noStrike">
                <a:solidFill>
                  <a:srgbClr val="EFE6D2"/>
                </a:solidFill>
                <a:effectLst/>
                <a:uFillTx/>
                <a:latin typeface="Open Sans"/>
                <a:ea typeface="Open Sans"/>
              </a:rPr>
              <a:t>Reservas y gestión de cabañas</a:t>
            </a:r>
            <a:endParaRPr lang="es-GT" sz="3000" b="0" u="none" strike="noStrike">
              <a:solidFill>
                <a:srgbClr val="FFFFFF"/>
              </a:solidFill>
              <a:effectLst/>
              <a:uFillTx/>
              <a:latin typeface="Arial"/>
            </a:endParaRPr>
          </a:p>
        </p:txBody>
      </p:sp>
      <p:sp>
        <p:nvSpPr>
          <p:cNvPr id="21" name=""/>
          <p:cNvSpPr/>
          <p:nvPr/>
        </p:nvSpPr>
        <p:spPr>
          <a:xfrm>
            <a:off x="647640" y="3324240"/>
            <a:ext cx="10191240" cy="95220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250" b="0" u="none" strike="noStrike">
                <a:solidFill>
                  <a:srgbClr val="EFE6D2"/>
                </a:solidFill>
                <a:effectLst/>
                <a:uFillTx/>
                <a:latin typeface="Open Sans"/>
                <a:ea typeface="Open Sans"/>
              </a:rPr>
              <a:t>Disponibilidad, estadías y movimientos financieros</a:t>
            </a:r>
            <a:endParaRPr lang="es-GT" sz="2250" b="0" u="none" strike="noStrike">
              <a:solidFill>
                <a:srgbClr val="FFFFFF"/>
              </a:solidFill>
              <a:effectLst/>
              <a:uFillTx/>
              <a:latin typeface="Arial"/>
            </a:endParaRPr>
          </a:p>
          <a:p>
            <a:pPr>
              <a:lnSpc>
                <a:spcPct val="100000"/>
              </a:lnSpc>
            </a:pPr>
            <a:r>
              <a:rPr lang="es-GT" sz="2250" b="0" u="none" strike="noStrike">
                <a:solidFill>
                  <a:srgbClr val="EFE6D2"/>
                </a:solidFill>
                <a:effectLst/>
                <a:uFillTx/>
                <a:latin typeface="Open Sans"/>
                <a:ea typeface="Open Sans"/>
              </a:rPr>
              <a:t>en una aplicación web.</a:t>
            </a:r>
            <a:endParaRPr lang="es-GT" sz="2250" b="0" u="none" strike="noStrike">
              <a:solidFill>
                <a:srgbClr val="FFFFFF"/>
              </a:solidFill>
              <a:effectLst/>
              <a:uFillTx/>
              <a:latin typeface="Arial"/>
            </a:endParaRPr>
          </a:p>
        </p:txBody>
      </p:sp>
      <p:sp>
        <p:nvSpPr>
          <p:cNvPr id="22" name=""/>
          <p:cNvSpPr/>
          <p:nvPr/>
        </p:nvSpPr>
        <p:spPr>
          <a:xfrm>
            <a:off x="647640" y="5086440"/>
            <a:ext cx="10667520" cy="43776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870" b="1" u="none" strike="noStrike">
                <a:solidFill>
                  <a:srgbClr val="EFE6D2"/>
                </a:solidFill>
                <a:effectLst/>
                <a:uFillTx/>
                <a:latin typeface="Open Sans"/>
                <a:ea typeface="Open Sans"/>
              </a:rPr>
              <a:t>Grupo 4 · CUNOC · Teoría de Sistemas 1</a:t>
            </a:r>
            <a:endParaRPr lang="es-GT" sz="1870" b="0" u="none" strike="noStrike">
              <a:solidFill>
                <a:srgbClr val="FFFFFF"/>
              </a:solidFill>
              <a:effectLst/>
              <a:uFillTx/>
              <a:latin typeface="Arial"/>
            </a:endParaRPr>
          </a:p>
        </p:txBody>
      </p:sp>
      <p:sp>
        <p:nvSpPr>
          <p:cNvPr id="23" name=""/>
          <p:cNvSpPr/>
          <p:nvPr/>
        </p:nvSpPr>
        <p:spPr>
          <a:xfrm>
            <a:off x="647640" y="5619600"/>
            <a:ext cx="10858320" cy="61884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580" b="0" u="none" strike="noStrike">
                <a:solidFill>
                  <a:srgbClr val="EFE6D2"/>
                </a:solidFill>
                <a:effectLst/>
                <a:uFillTx/>
                <a:latin typeface="Open Sans"/>
                <a:ea typeface="Open Sans"/>
              </a:rPr>
              <a:t>Josecarlos Hernández · Mauricio Gómez · Mynor Morales</a:t>
            </a:r>
            <a:endParaRPr lang="es-GT" sz="1580" b="0" u="none" strike="noStrike">
              <a:solidFill>
                <a:srgbClr val="FFFFFF"/>
              </a:solidFill>
              <a:effectLst/>
              <a:uFillTx/>
              <a:latin typeface="Arial"/>
            </a:endParaRPr>
          </a:p>
          <a:p>
            <a:pPr>
              <a:lnSpc>
                <a:spcPct val="100000"/>
              </a:lnSpc>
            </a:pPr>
            <a:r>
              <a:rPr lang="es-GT" sz="1580" b="0" u="none" strike="noStrike">
                <a:solidFill>
                  <a:srgbClr val="EFE6D2"/>
                </a:solidFill>
                <a:effectLst/>
                <a:uFillTx/>
                <a:latin typeface="Open Sans"/>
                <a:ea typeface="Open Sans"/>
              </a:rPr>
              <a:t>Francisco Hilario · Christian Gutiérrez</a:t>
            </a:r>
            <a:endParaRPr lang="es-GT" sz="1580" b="0" u="none" strike="noStrike">
              <a:solidFill>
                <a:srgbClr val="FFFFFF"/>
              </a:solidFill>
              <a:effectLst/>
              <a:uFillTx/>
              <a:latin typeface="Arial"/>
            </a:endParaRPr>
          </a:p>
        </p:txBody>
      </p:sp>
      <p:sp>
        <p:nvSpPr>
          <p:cNvPr id="24" name=""/>
          <p:cNvSpPr/>
          <p:nvPr/>
        </p:nvSpPr>
        <p:spPr>
          <a:xfrm>
            <a:off x="647640" y="6419880"/>
            <a:ext cx="10477080" cy="228240"/>
          </a:xfrm>
          <a:prstGeom prst="rect">
            <a:avLst/>
          </a:prstGeom>
          <a:noFill/>
          <a:ln w="0">
            <a:noFill/>
          </a:ln>
        </p:spPr>
        <p:style>
          <a:lnRef idx="0"/>
          <a:fillRef idx="0"/>
          <a:effectRef idx="0"/>
          <a:fontRef idx="minor"/>
        </p:style>
        <p:txBody>
          <a:bodyPr lIns="0" tIns="0" rIns="0" bIns="0" anchor="t">
            <a:noAutofit/>
          </a:bodyPr>
          <a:p>
            <a:pPr>
              <a:lnSpc>
                <a:spcPct val="100000"/>
              </a:lnSpc>
            </a:pPr>
            <a:endParaRPr lang="es-GT"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E6D2"/>
        </a:solidFill>
      </p:bgPr>
    </p:bg>
    <p:spTree>
      <p:nvGrpSpPr>
        <p:cNvPr id="1" name=""/>
        <p:cNvGrpSpPr/>
        <p:nvPr/>
      </p:nvGrpSpPr>
      <p:grpSpPr>
        <a:xfrm>
          <a:off x="0" y="0"/>
          <a:ext cx="0" cy="0"/>
          <a:chOff x="0" y="0"/>
          <a:chExt cx="0" cy="0"/>
        </a:xfrm>
      </p:grpSpPr>
      <p:cxnSp>
        <p:nvCxnSpPr>
          <p:cNvPr id="25" name=""/>
          <p:cNvCxnSpPr>
            <a:stCxn id="26" idx="3"/>
            <a:endCxn id="27" idx="1"/>
          </p:cNvCxnSpPr>
          <p:nvPr/>
        </p:nvCxnSpPr>
        <p:spPr>
          <a:xfrm>
            <a:off x="9353160" y="3200400"/>
            <a:ext cx="172080" cy="360"/>
          </a:xfrm>
          <a:prstGeom prst="straightConnector1">
            <a:avLst/>
          </a:prstGeom>
          <a:ln w="19050">
            <a:solidFill>
              <a:srgbClr val="4F5D2F"/>
            </a:solidFill>
            <a:round/>
            <a:tailEnd len="med" type="arrow" w="med"/>
          </a:ln>
        </p:spPr>
      </p:cxnSp>
      <p:cxnSp>
        <p:nvCxnSpPr>
          <p:cNvPr id="28" name=""/>
          <p:cNvCxnSpPr>
            <a:stCxn id="29" idx="3"/>
            <a:endCxn id="26" idx="1"/>
          </p:cNvCxnSpPr>
          <p:nvPr/>
        </p:nvCxnSpPr>
        <p:spPr>
          <a:xfrm>
            <a:off x="7124400" y="3200400"/>
            <a:ext cx="172080" cy="360"/>
          </a:xfrm>
          <a:prstGeom prst="straightConnector1">
            <a:avLst/>
          </a:prstGeom>
          <a:ln w="19050">
            <a:solidFill>
              <a:srgbClr val="4F5D2F"/>
            </a:solidFill>
            <a:round/>
            <a:tailEnd len="med" type="arrow" w="med"/>
          </a:ln>
        </p:spPr>
      </p:cxnSp>
      <p:cxnSp>
        <p:nvCxnSpPr>
          <p:cNvPr id="30" name=""/>
          <p:cNvCxnSpPr>
            <a:stCxn id="31" idx="3"/>
            <a:endCxn id="29" idx="1"/>
          </p:cNvCxnSpPr>
          <p:nvPr/>
        </p:nvCxnSpPr>
        <p:spPr>
          <a:xfrm>
            <a:off x="4895640" y="3200400"/>
            <a:ext cx="172080" cy="360"/>
          </a:xfrm>
          <a:prstGeom prst="straightConnector1">
            <a:avLst/>
          </a:prstGeom>
          <a:ln w="19050">
            <a:solidFill>
              <a:srgbClr val="4F5D2F"/>
            </a:solidFill>
            <a:round/>
            <a:tailEnd len="med" type="arrow" w="med"/>
          </a:ln>
        </p:spPr>
      </p:cxnSp>
      <p:cxnSp>
        <p:nvCxnSpPr>
          <p:cNvPr id="32" name=""/>
          <p:cNvCxnSpPr>
            <a:stCxn id="33" idx="3"/>
            <a:endCxn id="31" idx="1"/>
          </p:cNvCxnSpPr>
          <p:nvPr/>
        </p:nvCxnSpPr>
        <p:spPr>
          <a:xfrm>
            <a:off x="2666520" y="3200400"/>
            <a:ext cx="172440" cy="360"/>
          </a:xfrm>
          <a:prstGeom prst="straightConnector1">
            <a:avLst/>
          </a:prstGeom>
          <a:ln w="19050">
            <a:solidFill>
              <a:srgbClr val="4F5D2F"/>
            </a:solidFill>
            <a:round/>
            <a:tailEnd len="med" type="arrow" w="med"/>
          </a:ln>
        </p:spPr>
      </p:cxnSp>
      <p:sp>
        <p:nvSpPr>
          <p:cNvPr id="34" name="Título 2"/>
          <p:cNvSpPr/>
          <p:nvPr/>
        </p:nvSpPr>
        <p:spPr>
          <a:xfrm>
            <a:off x="609480" y="495360"/>
            <a:ext cx="10972440" cy="8377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3230" b="1" u="none" strike="noStrike">
                <a:solidFill>
                  <a:srgbClr val="4F5D2F"/>
                </a:solidFill>
                <a:effectLst/>
                <a:uFillTx/>
                <a:latin typeface="Open Sans"/>
                <a:ea typeface="Open Sans"/>
              </a:rPr>
              <a:t>Una reserva recorre cinco pasos</a:t>
            </a:r>
            <a:endParaRPr lang="es-GT" sz="3230" b="0" u="none" strike="noStrike">
              <a:solidFill>
                <a:srgbClr val="000000"/>
              </a:solidFill>
              <a:effectLst/>
              <a:uFillTx/>
              <a:latin typeface="Arial"/>
            </a:endParaRPr>
          </a:p>
        </p:txBody>
      </p:sp>
      <p:sp>
        <p:nvSpPr>
          <p:cNvPr id="35" name=""/>
          <p:cNvSpPr/>
          <p:nvPr/>
        </p:nvSpPr>
        <p:spPr>
          <a:xfrm>
            <a:off x="609480" y="6429240"/>
            <a:ext cx="10972440" cy="209160"/>
          </a:xfrm>
          <a:prstGeom prst="rect">
            <a:avLst/>
          </a:prstGeom>
          <a:noFill/>
          <a:ln w="0">
            <a:noFill/>
          </a:ln>
        </p:spPr>
        <p:style>
          <a:lnRef idx="0"/>
          <a:fillRef idx="0"/>
          <a:effectRef idx="0"/>
          <a:fontRef idx="minor"/>
        </p:style>
        <p:txBody>
          <a:bodyPr lIns="0" tIns="0" rIns="0" bIns="0" anchor="t">
            <a:noAutofit/>
          </a:bodyPr>
          <a:p>
            <a:pPr>
              <a:lnSpc>
                <a:spcPct val="100000"/>
              </a:lnSpc>
            </a:pPr>
            <a:endParaRPr lang="es-GT" sz="1200" b="0" u="none" strike="noStrike">
              <a:solidFill>
                <a:srgbClr val="000000"/>
              </a:solidFill>
              <a:effectLst/>
              <a:uFillTx/>
              <a:latin typeface="Arial"/>
            </a:endParaRPr>
          </a:p>
        </p:txBody>
      </p:sp>
      <p:sp>
        <p:nvSpPr>
          <p:cNvPr id="36" name=""/>
          <p:cNvSpPr/>
          <p:nvPr/>
        </p:nvSpPr>
        <p:spPr>
          <a:xfrm>
            <a:off x="609480" y="1542960"/>
            <a:ext cx="10858320" cy="55224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170" b="0" u="none" strike="noStrike">
                <a:solidFill>
                  <a:srgbClr val="423629"/>
                </a:solidFill>
                <a:effectLst/>
                <a:uFillTx/>
                <a:latin typeface="Open Sans"/>
                <a:ea typeface="Open Sans"/>
              </a:rPr>
              <a:t>La reserva se confirma al registrar el compromiso económico.</a:t>
            </a:r>
            <a:endParaRPr lang="es-GT" sz="2170" b="0" u="none" strike="noStrike">
              <a:solidFill>
                <a:srgbClr val="000000"/>
              </a:solidFill>
              <a:effectLst/>
              <a:uFillTx/>
              <a:latin typeface="Arial"/>
            </a:endParaRPr>
          </a:p>
        </p:txBody>
      </p:sp>
      <p:sp>
        <p:nvSpPr>
          <p:cNvPr id="33" name="Reservar"/>
          <p:cNvSpPr/>
          <p:nvPr/>
        </p:nvSpPr>
        <p:spPr>
          <a:xfrm>
            <a:off x="609480" y="2590920"/>
            <a:ext cx="2057040" cy="1218960"/>
          </a:xfrm>
          <a:prstGeom prst="rect">
            <a:avLst/>
          </a:prstGeom>
          <a:solidFill>
            <a:srgbClr val="FFFFFF"/>
          </a:solidFill>
          <a:ln w="13335">
            <a:solidFill>
              <a:srgbClr val="4F5D2F"/>
            </a:solidFill>
            <a:round/>
          </a:ln>
        </p:spPr>
        <p:style>
          <a:lnRef idx="0"/>
          <a:fillRef idx="0"/>
          <a:effectRef idx="0"/>
          <a:fontRef idx="minor"/>
        </p:style>
        <p:txBody>
          <a:bodyPr lIns="90000" tIns="45000" rIns="90000" bIns="45000" anchor="t">
            <a:noAutofit/>
          </a:bodyPr>
          <a:p>
            <a:endParaRPr lang="es-GT" sz="1800" b="0" u="none" strike="noStrike">
              <a:solidFill>
                <a:srgbClr val="000000"/>
              </a:solidFill>
              <a:effectLst/>
              <a:uFillTx/>
              <a:latin typeface="Arial"/>
            </a:endParaRPr>
          </a:p>
        </p:txBody>
      </p:sp>
      <p:sp>
        <p:nvSpPr>
          <p:cNvPr id="37" name=""/>
          <p:cNvSpPr/>
          <p:nvPr/>
        </p:nvSpPr>
        <p:spPr>
          <a:xfrm>
            <a:off x="762120" y="2733840"/>
            <a:ext cx="175212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1" u="none" strike="noStrike">
                <a:solidFill>
                  <a:srgbClr val="4F5D2F"/>
                </a:solidFill>
                <a:effectLst/>
                <a:uFillTx/>
                <a:latin typeface="Open Sans"/>
                <a:ea typeface="Open Sans"/>
              </a:rPr>
              <a:t>Reservar</a:t>
            </a:r>
            <a:endParaRPr lang="es-GT" sz="2020" b="0" u="none" strike="noStrike">
              <a:solidFill>
                <a:srgbClr val="000000"/>
              </a:solidFill>
              <a:effectLst/>
              <a:uFillTx/>
              <a:latin typeface="Arial"/>
            </a:endParaRPr>
          </a:p>
        </p:txBody>
      </p:sp>
      <p:sp>
        <p:nvSpPr>
          <p:cNvPr id="38" name=""/>
          <p:cNvSpPr/>
          <p:nvPr/>
        </p:nvSpPr>
        <p:spPr>
          <a:xfrm>
            <a:off x="762120" y="3162240"/>
            <a:ext cx="1752120" cy="6091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580" b="0" u="none" strike="noStrike">
                <a:solidFill>
                  <a:srgbClr val="423629"/>
                </a:solidFill>
                <a:effectLst/>
                <a:uFillTx/>
                <a:latin typeface="Open Sans"/>
                <a:ea typeface="Open Sans"/>
              </a:rPr>
              <a:t>Pendiente</a:t>
            </a:r>
            <a:endParaRPr lang="es-GT" sz="1580" b="0" u="none" strike="noStrike">
              <a:solidFill>
                <a:srgbClr val="000000"/>
              </a:solidFill>
              <a:effectLst/>
              <a:uFillTx/>
              <a:latin typeface="Arial"/>
            </a:endParaRPr>
          </a:p>
        </p:txBody>
      </p:sp>
      <p:sp>
        <p:nvSpPr>
          <p:cNvPr id="31" name="Anticipar"/>
          <p:cNvSpPr/>
          <p:nvPr/>
        </p:nvSpPr>
        <p:spPr>
          <a:xfrm>
            <a:off x="2838600" y="2590920"/>
            <a:ext cx="2057040" cy="1218960"/>
          </a:xfrm>
          <a:prstGeom prst="rect">
            <a:avLst/>
          </a:prstGeom>
          <a:solidFill>
            <a:srgbClr val="FFFFFF"/>
          </a:solidFill>
          <a:ln w="13335">
            <a:solidFill>
              <a:srgbClr val="4F5D2F"/>
            </a:solidFill>
            <a:round/>
          </a:ln>
        </p:spPr>
        <p:style>
          <a:lnRef idx="0"/>
          <a:fillRef idx="0"/>
          <a:effectRef idx="0"/>
          <a:fontRef idx="minor"/>
        </p:style>
        <p:txBody>
          <a:bodyPr lIns="90000" tIns="45000" rIns="90000" bIns="45000" anchor="t">
            <a:noAutofit/>
          </a:bodyPr>
          <a:p>
            <a:endParaRPr lang="es-GT" sz="1800" b="0" u="none" strike="noStrike">
              <a:solidFill>
                <a:srgbClr val="000000"/>
              </a:solidFill>
              <a:effectLst/>
              <a:uFillTx/>
              <a:latin typeface="Arial"/>
            </a:endParaRPr>
          </a:p>
        </p:txBody>
      </p:sp>
      <p:sp>
        <p:nvSpPr>
          <p:cNvPr id="39" name=""/>
          <p:cNvSpPr/>
          <p:nvPr/>
        </p:nvSpPr>
        <p:spPr>
          <a:xfrm>
            <a:off x="2990880" y="2733840"/>
            <a:ext cx="175212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1" u="none" strike="noStrike">
                <a:solidFill>
                  <a:srgbClr val="4F5D2F"/>
                </a:solidFill>
                <a:effectLst/>
                <a:uFillTx/>
                <a:latin typeface="Open Sans"/>
                <a:ea typeface="Open Sans"/>
              </a:rPr>
              <a:t>Anticipar</a:t>
            </a:r>
            <a:endParaRPr lang="es-GT" sz="2020" b="0" u="none" strike="noStrike">
              <a:solidFill>
                <a:srgbClr val="000000"/>
              </a:solidFill>
              <a:effectLst/>
              <a:uFillTx/>
              <a:latin typeface="Arial"/>
            </a:endParaRPr>
          </a:p>
        </p:txBody>
      </p:sp>
      <p:sp>
        <p:nvSpPr>
          <p:cNvPr id="40" name=""/>
          <p:cNvSpPr/>
          <p:nvPr/>
        </p:nvSpPr>
        <p:spPr>
          <a:xfrm>
            <a:off x="2990880" y="3162240"/>
            <a:ext cx="1752120" cy="6091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580" b="0" u="none" strike="noStrike">
                <a:solidFill>
                  <a:srgbClr val="423629"/>
                </a:solidFill>
                <a:effectLst/>
                <a:uFillTx/>
                <a:latin typeface="Open Sans"/>
                <a:ea typeface="Open Sans"/>
              </a:rPr>
              <a:t>Mínimo 30 %</a:t>
            </a:r>
            <a:endParaRPr lang="es-GT" sz="1580" b="0" u="none" strike="noStrike">
              <a:solidFill>
                <a:srgbClr val="000000"/>
              </a:solidFill>
              <a:effectLst/>
              <a:uFillTx/>
              <a:latin typeface="Arial"/>
            </a:endParaRPr>
          </a:p>
        </p:txBody>
      </p:sp>
      <p:sp>
        <p:nvSpPr>
          <p:cNvPr id="29" name="Pagar saldo"/>
          <p:cNvSpPr/>
          <p:nvPr/>
        </p:nvSpPr>
        <p:spPr>
          <a:xfrm>
            <a:off x="5067360" y="2590920"/>
            <a:ext cx="2057040" cy="1218960"/>
          </a:xfrm>
          <a:prstGeom prst="rect">
            <a:avLst/>
          </a:prstGeom>
          <a:solidFill>
            <a:srgbClr val="FFFFFF"/>
          </a:solidFill>
          <a:ln w="13335">
            <a:solidFill>
              <a:srgbClr val="4F5D2F"/>
            </a:solidFill>
            <a:round/>
          </a:ln>
        </p:spPr>
        <p:style>
          <a:lnRef idx="0"/>
          <a:fillRef idx="0"/>
          <a:effectRef idx="0"/>
          <a:fontRef idx="minor"/>
        </p:style>
        <p:txBody>
          <a:bodyPr lIns="90000" tIns="45000" rIns="90000" bIns="45000" anchor="t">
            <a:noAutofit/>
          </a:bodyPr>
          <a:p>
            <a:endParaRPr lang="es-GT" sz="1800" b="0" u="none" strike="noStrike">
              <a:solidFill>
                <a:srgbClr val="000000"/>
              </a:solidFill>
              <a:effectLst/>
              <a:uFillTx/>
              <a:latin typeface="Arial"/>
            </a:endParaRPr>
          </a:p>
        </p:txBody>
      </p:sp>
      <p:sp>
        <p:nvSpPr>
          <p:cNvPr id="41" name=""/>
          <p:cNvSpPr/>
          <p:nvPr/>
        </p:nvSpPr>
        <p:spPr>
          <a:xfrm>
            <a:off x="5219640" y="2733840"/>
            <a:ext cx="175212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1" u="none" strike="noStrike">
                <a:solidFill>
                  <a:srgbClr val="4F5D2F"/>
                </a:solidFill>
                <a:effectLst/>
                <a:uFillTx/>
                <a:latin typeface="Open Sans"/>
                <a:ea typeface="Open Sans"/>
              </a:rPr>
              <a:t>Pagar saldo</a:t>
            </a:r>
            <a:endParaRPr lang="es-GT" sz="2020" b="0" u="none" strike="noStrike">
              <a:solidFill>
                <a:srgbClr val="000000"/>
              </a:solidFill>
              <a:effectLst/>
              <a:uFillTx/>
              <a:latin typeface="Arial"/>
            </a:endParaRPr>
          </a:p>
        </p:txBody>
      </p:sp>
      <p:sp>
        <p:nvSpPr>
          <p:cNvPr id="42" name=""/>
          <p:cNvSpPr/>
          <p:nvPr/>
        </p:nvSpPr>
        <p:spPr>
          <a:xfrm>
            <a:off x="5219640" y="3162240"/>
            <a:ext cx="1752120" cy="6091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580" b="0" u="none" strike="noStrike">
                <a:solidFill>
                  <a:srgbClr val="423629"/>
                </a:solidFill>
                <a:effectLst/>
                <a:uFillTx/>
                <a:latin typeface="Open Sans"/>
                <a:ea typeface="Open Sans"/>
              </a:rPr>
              <a:t>Pagos simulados</a:t>
            </a:r>
            <a:endParaRPr lang="es-GT" sz="1580" b="0" u="none" strike="noStrike">
              <a:solidFill>
                <a:srgbClr val="000000"/>
              </a:solidFill>
              <a:effectLst/>
              <a:uFillTx/>
              <a:latin typeface="Arial"/>
            </a:endParaRPr>
          </a:p>
        </p:txBody>
      </p:sp>
      <p:sp>
        <p:nvSpPr>
          <p:cNvPr id="26" name="Check-in"/>
          <p:cNvSpPr/>
          <p:nvPr/>
        </p:nvSpPr>
        <p:spPr>
          <a:xfrm>
            <a:off x="7296120" y="2590920"/>
            <a:ext cx="2057040" cy="1218960"/>
          </a:xfrm>
          <a:prstGeom prst="rect">
            <a:avLst/>
          </a:prstGeom>
          <a:solidFill>
            <a:srgbClr val="FFFFFF"/>
          </a:solidFill>
          <a:ln w="13335">
            <a:solidFill>
              <a:srgbClr val="4F5D2F"/>
            </a:solidFill>
            <a:round/>
          </a:ln>
        </p:spPr>
        <p:style>
          <a:lnRef idx="0"/>
          <a:fillRef idx="0"/>
          <a:effectRef idx="0"/>
          <a:fontRef idx="minor"/>
        </p:style>
        <p:txBody>
          <a:bodyPr lIns="90000" tIns="45000" rIns="90000" bIns="45000" anchor="t">
            <a:noAutofit/>
          </a:bodyPr>
          <a:p>
            <a:endParaRPr lang="es-GT" sz="1800" b="0" u="none" strike="noStrike">
              <a:solidFill>
                <a:srgbClr val="000000"/>
              </a:solidFill>
              <a:effectLst/>
              <a:uFillTx/>
              <a:latin typeface="Arial"/>
            </a:endParaRPr>
          </a:p>
        </p:txBody>
      </p:sp>
      <p:sp>
        <p:nvSpPr>
          <p:cNvPr id="43" name=""/>
          <p:cNvSpPr/>
          <p:nvPr/>
        </p:nvSpPr>
        <p:spPr>
          <a:xfrm>
            <a:off x="7448400" y="2733840"/>
            <a:ext cx="175212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1" u="none" strike="noStrike">
                <a:solidFill>
                  <a:srgbClr val="4F5D2F"/>
                </a:solidFill>
                <a:effectLst/>
                <a:uFillTx/>
                <a:latin typeface="Open Sans"/>
                <a:ea typeface="Open Sans"/>
              </a:rPr>
              <a:t>Check-in</a:t>
            </a:r>
            <a:endParaRPr lang="es-GT" sz="2020" b="0" u="none" strike="noStrike">
              <a:solidFill>
                <a:srgbClr val="000000"/>
              </a:solidFill>
              <a:effectLst/>
              <a:uFillTx/>
              <a:latin typeface="Arial"/>
            </a:endParaRPr>
          </a:p>
        </p:txBody>
      </p:sp>
      <p:sp>
        <p:nvSpPr>
          <p:cNvPr id="44" name=""/>
          <p:cNvSpPr/>
          <p:nvPr/>
        </p:nvSpPr>
        <p:spPr>
          <a:xfrm>
            <a:off x="7448400" y="3162240"/>
            <a:ext cx="1752120" cy="6091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580" b="0" u="none" strike="noStrike">
                <a:solidFill>
                  <a:srgbClr val="423629"/>
                </a:solidFill>
                <a:effectLst/>
                <a:uFillTx/>
                <a:latin typeface="Open Sans"/>
                <a:ea typeface="Open Sans"/>
              </a:rPr>
              <a:t>Llegada registrada</a:t>
            </a:r>
            <a:endParaRPr lang="es-GT" sz="1580" b="0" u="none" strike="noStrike">
              <a:solidFill>
                <a:srgbClr val="000000"/>
              </a:solidFill>
              <a:effectLst/>
              <a:uFillTx/>
              <a:latin typeface="Arial"/>
            </a:endParaRPr>
          </a:p>
        </p:txBody>
      </p:sp>
      <p:sp>
        <p:nvSpPr>
          <p:cNvPr id="27" name="Check-out"/>
          <p:cNvSpPr/>
          <p:nvPr/>
        </p:nvSpPr>
        <p:spPr>
          <a:xfrm>
            <a:off x="9524880" y="2590920"/>
            <a:ext cx="2057040" cy="1218960"/>
          </a:xfrm>
          <a:prstGeom prst="rect">
            <a:avLst/>
          </a:prstGeom>
          <a:solidFill>
            <a:srgbClr val="FFFFFF"/>
          </a:solidFill>
          <a:ln w="13335">
            <a:solidFill>
              <a:srgbClr val="4F5D2F"/>
            </a:solidFill>
            <a:round/>
          </a:ln>
        </p:spPr>
        <p:style>
          <a:lnRef idx="0"/>
          <a:fillRef idx="0"/>
          <a:effectRef idx="0"/>
          <a:fontRef idx="minor"/>
        </p:style>
        <p:txBody>
          <a:bodyPr lIns="90000" tIns="45000" rIns="90000" bIns="45000" anchor="t">
            <a:noAutofit/>
          </a:bodyPr>
          <a:p>
            <a:endParaRPr lang="es-GT" sz="1800" b="0" u="none" strike="noStrike">
              <a:solidFill>
                <a:srgbClr val="000000"/>
              </a:solidFill>
              <a:effectLst/>
              <a:uFillTx/>
              <a:latin typeface="Arial"/>
            </a:endParaRPr>
          </a:p>
        </p:txBody>
      </p:sp>
      <p:sp>
        <p:nvSpPr>
          <p:cNvPr id="45" name=""/>
          <p:cNvSpPr/>
          <p:nvPr/>
        </p:nvSpPr>
        <p:spPr>
          <a:xfrm>
            <a:off x="9677520" y="2733840"/>
            <a:ext cx="175212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1" u="none" strike="noStrike">
                <a:solidFill>
                  <a:srgbClr val="4F5D2F"/>
                </a:solidFill>
                <a:effectLst/>
                <a:uFillTx/>
                <a:latin typeface="Open Sans"/>
                <a:ea typeface="Open Sans"/>
              </a:rPr>
              <a:t>Check-out</a:t>
            </a:r>
            <a:endParaRPr lang="es-GT" sz="2020" b="0" u="none" strike="noStrike">
              <a:solidFill>
                <a:srgbClr val="000000"/>
              </a:solidFill>
              <a:effectLst/>
              <a:uFillTx/>
              <a:latin typeface="Arial"/>
            </a:endParaRPr>
          </a:p>
        </p:txBody>
      </p:sp>
      <p:sp>
        <p:nvSpPr>
          <p:cNvPr id="46" name=""/>
          <p:cNvSpPr/>
          <p:nvPr/>
        </p:nvSpPr>
        <p:spPr>
          <a:xfrm>
            <a:off x="9677520" y="3162240"/>
            <a:ext cx="1752120" cy="6091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580" b="0" u="none" strike="noStrike">
                <a:solidFill>
                  <a:srgbClr val="423629"/>
                </a:solidFill>
                <a:effectLst/>
                <a:uFillTx/>
                <a:latin typeface="Open Sans"/>
                <a:ea typeface="Open Sans"/>
              </a:rPr>
              <a:t>Estadía finalizada</a:t>
            </a:r>
            <a:endParaRPr lang="es-GT" sz="1580" b="0" u="none" strike="noStrike">
              <a:solidFill>
                <a:srgbClr val="000000"/>
              </a:solidFill>
              <a:effectLst/>
              <a:uFillTx/>
              <a:latin typeface="Arial"/>
            </a:endParaRPr>
          </a:p>
        </p:txBody>
      </p:sp>
      <p:sp>
        <p:nvSpPr>
          <p:cNvPr id="47" name=""/>
          <p:cNvSpPr/>
          <p:nvPr/>
        </p:nvSpPr>
        <p:spPr>
          <a:xfrm>
            <a:off x="609480" y="4552920"/>
            <a:ext cx="3142800" cy="43776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170" b="1" u="none" strike="noStrike">
                <a:solidFill>
                  <a:srgbClr val="4F5D2F"/>
                </a:solidFill>
                <a:effectLst/>
                <a:uFillTx/>
                <a:latin typeface="Open Sans"/>
                <a:ea typeface="Open Sans"/>
              </a:rPr>
              <a:t>Huésped</a:t>
            </a:r>
            <a:endParaRPr lang="es-GT" sz="2170" b="0" u="none" strike="noStrike">
              <a:solidFill>
                <a:srgbClr val="000000"/>
              </a:solidFill>
              <a:effectLst/>
              <a:uFillTx/>
              <a:latin typeface="Arial"/>
            </a:endParaRPr>
          </a:p>
        </p:txBody>
      </p:sp>
      <p:sp>
        <p:nvSpPr>
          <p:cNvPr id="48" name=""/>
          <p:cNvSpPr/>
          <p:nvPr/>
        </p:nvSpPr>
        <p:spPr>
          <a:xfrm>
            <a:off x="609480" y="5105520"/>
            <a:ext cx="3238200" cy="80928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870" b="0" u="none" strike="noStrike">
                <a:solidFill>
                  <a:srgbClr val="423629"/>
                </a:solidFill>
                <a:effectLst/>
                <a:uFillTx/>
                <a:latin typeface="Open Sans"/>
                <a:ea typeface="Open Sans"/>
              </a:rPr>
              <a:t>Reserva, paga y consulta</a:t>
            </a:r>
            <a:endParaRPr lang="es-GT" sz="1870" b="0" u="none" strike="noStrike">
              <a:solidFill>
                <a:srgbClr val="000000"/>
              </a:solidFill>
              <a:effectLst/>
              <a:uFillTx/>
              <a:latin typeface="Arial"/>
            </a:endParaRPr>
          </a:p>
          <a:p>
            <a:pPr>
              <a:lnSpc>
                <a:spcPct val="100000"/>
              </a:lnSpc>
            </a:pPr>
            <a:r>
              <a:rPr lang="es-GT" sz="1870" b="0" u="none" strike="noStrike">
                <a:solidFill>
                  <a:srgbClr val="423629"/>
                </a:solidFill>
                <a:effectLst/>
                <a:uFillTx/>
                <a:latin typeface="Open Sans"/>
                <a:ea typeface="Open Sans"/>
              </a:rPr>
              <a:t>sus avisos y movimientos.</a:t>
            </a:r>
            <a:endParaRPr lang="es-GT" sz="1870" b="0" u="none" strike="noStrike">
              <a:solidFill>
                <a:srgbClr val="000000"/>
              </a:solidFill>
              <a:effectLst/>
              <a:uFillTx/>
              <a:latin typeface="Arial"/>
            </a:endParaRPr>
          </a:p>
        </p:txBody>
      </p:sp>
      <p:sp>
        <p:nvSpPr>
          <p:cNvPr id="49" name=""/>
          <p:cNvSpPr/>
          <p:nvPr/>
        </p:nvSpPr>
        <p:spPr>
          <a:xfrm>
            <a:off x="4381560" y="4552920"/>
            <a:ext cx="3142800" cy="43776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170" b="1" u="none" strike="noStrike">
                <a:solidFill>
                  <a:srgbClr val="4F5D2F"/>
                </a:solidFill>
                <a:effectLst/>
                <a:uFillTx/>
                <a:latin typeface="Open Sans"/>
                <a:ea typeface="Open Sans"/>
              </a:rPr>
              <a:t>Anfitrión</a:t>
            </a:r>
            <a:endParaRPr lang="es-GT" sz="2170" b="0" u="none" strike="noStrike">
              <a:solidFill>
                <a:srgbClr val="000000"/>
              </a:solidFill>
              <a:effectLst/>
              <a:uFillTx/>
              <a:latin typeface="Arial"/>
            </a:endParaRPr>
          </a:p>
        </p:txBody>
      </p:sp>
      <p:sp>
        <p:nvSpPr>
          <p:cNvPr id="50" name=""/>
          <p:cNvSpPr/>
          <p:nvPr/>
        </p:nvSpPr>
        <p:spPr>
          <a:xfrm>
            <a:off x="4381560" y="5105520"/>
            <a:ext cx="3238200" cy="80928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870" b="0" u="none" strike="noStrike">
                <a:solidFill>
                  <a:srgbClr val="423629"/>
                </a:solidFill>
                <a:effectLst/>
                <a:uFillTx/>
                <a:latin typeface="Open Sans"/>
                <a:ea typeface="Open Sans"/>
              </a:rPr>
              <a:t>Gestiona su propiedad</a:t>
            </a:r>
            <a:endParaRPr lang="es-GT" sz="1870" b="0" u="none" strike="noStrike">
              <a:solidFill>
                <a:srgbClr val="000000"/>
              </a:solidFill>
              <a:effectLst/>
              <a:uFillTx/>
              <a:latin typeface="Arial"/>
            </a:endParaRPr>
          </a:p>
          <a:p>
            <a:pPr>
              <a:lnSpc>
                <a:spcPct val="100000"/>
              </a:lnSpc>
            </a:pPr>
            <a:r>
              <a:rPr lang="es-GT" sz="1870" b="0" u="none" strike="noStrike">
                <a:solidFill>
                  <a:srgbClr val="423629"/>
                </a:solidFill>
                <a:effectLst/>
                <a:uFillTx/>
                <a:latin typeface="Open Sans"/>
                <a:ea typeface="Open Sans"/>
              </a:rPr>
              <a:t>y registra llegada y salida.</a:t>
            </a:r>
            <a:endParaRPr lang="es-GT" sz="1870" b="0" u="none" strike="noStrike">
              <a:solidFill>
                <a:srgbClr val="000000"/>
              </a:solidFill>
              <a:effectLst/>
              <a:uFillTx/>
              <a:latin typeface="Arial"/>
            </a:endParaRPr>
          </a:p>
        </p:txBody>
      </p:sp>
      <p:sp>
        <p:nvSpPr>
          <p:cNvPr id="51" name=""/>
          <p:cNvSpPr/>
          <p:nvPr/>
        </p:nvSpPr>
        <p:spPr>
          <a:xfrm>
            <a:off x="8153280" y="4552920"/>
            <a:ext cx="3333240" cy="43776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170" b="1" u="none" strike="noStrike">
                <a:solidFill>
                  <a:srgbClr val="4F5D2F"/>
                </a:solidFill>
                <a:effectLst/>
                <a:uFillTx/>
                <a:latin typeface="Open Sans"/>
                <a:ea typeface="Open Sans"/>
              </a:rPr>
              <a:t>Administrador</a:t>
            </a:r>
            <a:endParaRPr lang="es-GT" sz="2170" b="0" u="none" strike="noStrike">
              <a:solidFill>
                <a:srgbClr val="000000"/>
              </a:solidFill>
              <a:effectLst/>
              <a:uFillTx/>
              <a:latin typeface="Arial"/>
            </a:endParaRPr>
          </a:p>
        </p:txBody>
      </p:sp>
      <p:sp>
        <p:nvSpPr>
          <p:cNvPr id="52" name=""/>
          <p:cNvSpPr/>
          <p:nvPr/>
        </p:nvSpPr>
        <p:spPr>
          <a:xfrm>
            <a:off x="8153280" y="5105520"/>
            <a:ext cx="3333240" cy="80928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870" b="0" u="none" strike="noStrike">
                <a:solidFill>
                  <a:srgbClr val="423629"/>
                </a:solidFill>
                <a:effectLst/>
                <a:uFillTx/>
                <a:latin typeface="Open Sans"/>
                <a:ea typeface="Open Sans"/>
              </a:rPr>
              <a:t>Administra funciones</a:t>
            </a:r>
            <a:endParaRPr lang="es-GT" sz="1870" b="0" u="none" strike="noStrike">
              <a:solidFill>
                <a:srgbClr val="000000"/>
              </a:solidFill>
              <a:effectLst/>
              <a:uFillTx/>
              <a:latin typeface="Arial"/>
            </a:endParaRPr>
          </a:p>
          <a:p>
            <a:pPr>
              <a:lnSpc>
                <a:spcPct val="100000"/>
              </a:lnSpc>
            </a:pPr>
            <a:r>
              <a:rPr lang="es-GT" sz="1870" b="0" u="none" strike="noStrike">
                <a:solidFill>
                  <a:srgbClr val="423629"/>
                </a:solidFill>
                <a:effectLst/>
                <a:uFillTx/>
                <a:latin typeface="Open Sans"/>
                <a:ea typeface="Open Sans"/>
              </a:rPr>
              <a:t>y accesos autorizados.</a:t>
            </a:r>
            <a:endParaRPr lang="es-GT" sz="187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E6D2"/>
        </a:solidFill>
      </p:bgPr>
    </p:bg>
    <p:spTree>
      <p:nvGrpSpPr>
        <p:cNvPr id="1" name=""/>
        <p:cNvGrpSpPr/>
        <p:nvPr/>
      </p:nvGrpSpPr>
      <p:grpSpPr>
        <a:xfrm>
          <a:off x="0" y="0"/>
          <a:ext cx="0" cy="0"/>
          <a:chOff x="0" y="0"/>
          <a:chExt cx="0" cy="0"/>
        </a:xfrm>
      </p:grpSpPr>
      <p:cxnSp>
        <p:nvCxnSpPr>
          <p:cNvPr id="53" name=""/>
          <p:cNvCxnSpPr>
            <a:stCxn id="54" idx="3"/>
            <a:endCxn id="55" idx="1"/>
          </p:cNvCxnSpPr>
          <p:nvPr/>
        </p:nvCxnSpPr>
        <p:spPr>
          <a:xfrm>
            <a:off x="7428960" y="3838320"/>
            <a:ext cx="1181880" cy="360"/>
          </a:xfrm>
          <a:prstGeom prst="straightConnector1">
            <a:avLst/>
          </a:prstGeom>
          <a:ln w="19050">
            <a:solidFill>
              <a:srgbClr val="4F5D2F"/>
            </a:solidFill>
            <a:round/>
            <a:tailEnd len="med" type="arrow" w="med"/>
          </a:ln>
        </p:spPr>
      </p:cxnSp>
      <p:cxnSp>
        <p:nvCxnSpPr>
          <p:cNvPr id="56" name=""/>
          <p:cNvCxnSpPr>
            <a:stCxn id="57" idx="3"/>
            <a:endCxn id="54" idx="1"/>
          </p:cNvCxnSpPr>
          <p:nvPr/>
        </p:nvCxnSpPr>
        <p:spPr>
          <a:xfrm>
            <a:off x="3580920" y="3838320"/>
            <a:ext cx="1181880" cy="360"/>
          </a:xfrm>
          <a:prstGeom prst="straightConnector1">
            <a:avLst/>
          </a:prstGeom>
          <a:ln w="19050">
            <a:solidFill>
              <a:srgbClr val="4F5D2F"/>
            </a:solidFill>
            <a:round/>
            <a:tailEnd len="med" type="arrow" w="med"/>
          </a:ln>
        </p:spPr>
      </p:cxnSp>
      <p:cxnSp>
        <p:nvCxnSpPr>
          <p:cNvPr id="58" name=""/>
          <p:cNvCxnSpPr>
            <a:stCxn id="59" idx="2"/>
            <a:endCxn id="57" idx="0"/>
          </p:cNvCxnSpPr>
          <p:nvPr/>
        </p:nvCxnSpPr>
        <p:spPr>
          <a:xfrm rot="5400000">
            <a:off x="1766520" y="2557440"/>
            <a:ext cx="1153080" cy="190800"/>
          </a:xfrm>
          <a:prstGeom prst="bentConnector3">
            <a:avLst>
              <a:gd name="adj1" fmla="val 50000"/>
            </a:avLst>
          </a:prstGeom>
          <a:ln w="19050">
            <a:solidFill>
              <a:srgbClr val="4F5D2F"/>
            </a:solidFill>
            <a:round/>
            <a:tailEnd len="med" type="arrow" w="med"/>
          </a:ln>
        </p:spPr>
      </p:cxnSp>
      <p:sp>
        <p:nvSpPr>
          <p:cNvPr id="60" name="Título 3"/>
          <p:cNvSpPr/>
          <p:nvPr/>
        </p:nvSpPr>
        <p:spPr>
          <a:xfrm>
            <a:off x="609480" y="495360"/>
            <a:ext cx="10972440" cy="8377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3230" b="1" u="none" strike="noStrike">
                <a:solidFill>
                  <a:srgbClr val="4F5D2F"/>
                </a:solidFill>
                <a:effectLst/>
                <a:uFillTx/>
                <a:latin typeface="Open Sans"/>
                <a:ea typeface="Open Sans"/>
              </a:rPr>
              <a:t>Tres componentes en una VM de Azure</a:t>
            </a:r>
            <a:endParaRPr lang="es-GT" sz="3230" b="0" u="none" strike="noStrike">
              <a:solidFill>
                <a:srgbClr val="000000"/>
              </a:solidFill>
              <a:effectLst/>
              <a:uFillTx/>
              <a:latin typeface="Arial"/>
            </a:endParaRPr>
          </a:p>
        </p:txBody>
      </p:sp>
      <p:sp>
        <p:nvSpPr>
          <p:cNvPr id="61" name=""/>
          <p:cNvSpPr/>
          <p:nvPr/>
        </p:nvSpPr>
        <p:spPr>
          <a:xfrm>
            <a:off x="609480" y="6429240"/>
            <a:ext cx="10972440" cy="209160"/>
          </a:xfrm>
          <a:prstGeom prst="rect">
            <a:avLst/>
          </a:prstGeom>
          <a:noFill/>
          <a:ln w="0">
            <a:noFill/>
          </a:ln>
        </p:spPr>
        <p:style>
          <a:lnRef idx="0"/>
          <a:fillRef idx="0"/>
          <a:effectRef idx="0"/>
          <a:fontRef idx="minor"/>
        </p:style>
        <p:txBody>
          <a:bodyPr lIns="0" tIns="0" rIns="0" bIns="0" anchor="t">
            <a:noAutofit/>
          </a:bodyPr>
          <a:p>
            <a:pPr>
              <a:lnSpc>
                <a:spcPct val="100000"/>
              </a:lnSpc>
            </a:pPr>
            <a:endParaRPr lang="es-GT" sz="1200" b="0" u="none" strike="noStrike">
              <a:solidFill>
                <a:srgbClr val="000000"/>
              </a:solidFill>
              <a:effectLst/>
              <a:uFillTx/>
              <a:latin typeface="Arial"/>
            </a:endParaRPr>
          </a:p>
        </p:txBody>
      </p:sp>
      <p:sp>
        <p:nvSpPr>
          <p:cNvPr id="59" name=""/>
          <p:cNvSpPr/>
          <p:nvPr/>
        </p:nvSpPr>
        <p:spPr>
          <a:xfrm>
            <a:off x="914400" y="1619280"/>
            <a:ext cx="3047760" cy="45684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170" b="1" u="none" strike="noStrike">
                <a:solidFill>
                  <a:srgbClr val="4F5D2F"/>
                </a:solidFill>
                <a:effectLst/>
                <a:uFillTx/>
                <a:latin typeface="Open Sans"/>
                <a:ea typeface="Open Sans"/>
              </a:rPr>
              <a:t>Angular en navegador</a:t>
            </a:r>
            <a:endParaRPr lang="es-GT" sz="2170" b="0" u="none" strike="noStrike">
              <a:solidFill>
                <a:srgbClr val="000000"/>
              </a:solidFill>
              <a:effectLst/>
              <a:uFillTx/>
              <a:latin typeface="Arial"/>
            </a:endParaRPr>
          </a:p>
        </p:txBody>
      </p:sp>
      <p:sp>
        <p:nvSpPr>
          <p:cNvPr id="62" name=""/>
          <p:cNvSpPr/>
          <p:nvPr/>
        </p:nvSpPr>
        <p:spPr>
          <a:xfrm>
            <a:off x="4762440" y="1619280"/>
            <a:ext cx="4000320" cy="43776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950" b="0" u="none" strike="noStrike">
                <a:solidFill>
                  <a:srgbClr val="423629"/>
                </a:solidFill>
                <a:effectLst/>
                <a:uFillTx/>
                <a:latin typeface="Open Sans"/>
                <a:ea typeface="Open Sans"/>
              </a:rPr>
              <a:t>HTTPS 443</a:t>
            </a:r>
            <a:endParaRPr lang="es-GT" sz="1950" b="0" u="none" strike="noStrike">
              <a:solidFill>
                <a:srgbClr val="000000"/>
              </a:solidFill>
              <a:effectLst/>
              <a:uFillTx/>
              <a:latin typeface="Arial"/>
            </a:endParaRPr>
          </a:p>
        </p:txBody>
      </p:sp>
      <p:sp>
        <p:nvSpPr>
          <p:cNvPr id="63" name="Límite VM Azure"/>
          <p:cNvSpPr/>
          <p:nvPr/>
        </p:nvSpPr>
        <p:spPr>
          <a:xfrm>
            <a:off x="609480" y="2428920"/>
            <a:ext cx="10972440" cy="2495160"/>
          </a:xfrm>
          <a:prstGeom prst="rect">
            <a:avLst/>
          </a:prstGeom>
          <a:noFill/>
          <a:ln w="13335">
            <a:solidFill>
              <a:srgbClr val="4F5D2F"/>
            </a:solidFill>
            <a:round/>
          </a:ln>
        </p:spPr>
        <p:style>
          <a:lnRef idx="0"/>
          <a:fillRef idx="0"/>
          <a:effectRef idx="0"/>
          <a:fontRef idx="minor"/>
        </p:style>
        <p:txBody>
          <a:bodyPr lIns="90000" tIns="45000" rIns="90000" bIns="45000" anchor="t">
            <a:noAutofit/>
          </a:bodyPr>
          <a:p>
            <a:endParaRPr lang="es-GT" sz="1800" b="0" u="none" strike="noStrike">
              <a:solidFill>
                <a:srgbClr val="000000"/>
              </a:solidFill>
              <a:effectLst/>
              <a:uFillTx/>
              <a:latin typeface="Arial"/>
            </a:endParaRPr>
          </a:p>
        </p:txBody>
      </p:sp>
      <p:sp>
        <p:nvSpPr>
          <p:cNvPr id="64" name=""/>
          <p:cNvSpPr/>
          <p:nvPr/>
        </p:nvSpPr>
        <p:spPr>
          <a:xfrm>
            <a:off x="4762440" y="2590920"/>
            <a:ext cx="6476760" cy="333000"/>
          </a:xfrm>
          <a:prstGeom prst="rect">
            <a:avLst/>
          </a:prstGeom>
          <a:noFill/>
          <a:ln w="0">
            <a:noFill/>
          </a:ln>
        </p:spPr>
        <p:style>
          <a:lnRef idx="0"/>
          <a:fillRef idx="0"/>
          <a:effectRef idx="0"/>
          <a:fontRef idx="minor"/>
        </p:style>
        <p:txBody>
          <a:bodyPr lIns="0" tIns="0" rIns="0" bIns="0" anchor="t">
            <a:noAutofit/>
          </a:bodyPr>
          <a:p>
            <a:pPr>
              <a:lnSpc>
                <a:spcPct val="100000"/>
              </a:lnSpc>
            </a:pPr>
            <a:endParaRPr lang="es-GT" sz="1650" b="0" u="none" strike="noStrike">
              <a:solidFill>
                <a:srgbClr val="000000"/>
              </a:solidFill>
              <a:effectLst/>
              <a:uFillTx/>
              <a:latin typeface="Arial"/>
            </a:endParaRPr>
          </a:p>
        </p:txBody>
      </p:sp>
      <p:sp>
        <p:nvSpPr>
          <p:cNvPr id="57" name="Nginx"/>
          <p:cNvSpPr/>
          <p:nvPr/>
        </p:nvSpPr>
        <p:spPr>
          <a:xfrm>
            <a:off x="914400" y="3228840"/>
            <a:ext cx="2666520" cy="1218960"/>
          </a:xfrm>
          <a:prstGeom prst="rect">
            <a:avLst/>
          </a:prstGeom>
          <a:solidFill>
            <a:srgbClr val="FFFFFF"/>
          </a:solidFill>
          <a:ln w="13335">
            <a:solidFill>
              <a:srgbClr val="4F5D2F"/>
            </a:solidFill>
            <a:round/>
          </a:ln>
        </p:spPr>
        <p:style>
          <a:lnRef idx="0"/>
          <a:fillRef idx="0"/>
          <a:effectRef idx="0"/>
          <a:fontRef idx="minor"/>
        </p:style>
        <p:txBody>
          <a:bodyPr lIns="90000" tIns="45000" rIns="90000" bIns="45000" anchor="t">
            <a:noAutofit/>
          </a:bodyPr>
          <a:p>
            <a:endParaRPr lang="es-GT" sz="1800" b="0" u="none" strike="noStrike">
              <a:solidFill>
                <a:srgbClr val="000000"/>
              </a:solidFill>
              <a:effectLst/>
              <a:uFillTx/>
              <a:latin typeface="Arial"/>
            </a:endParaRPr>
          </a:p>
        </p:txBody>
      </p:sp>
      <p:sp>
        <p:nvSpPr>
          <p:cNvPr id="65" name=""/>
          <p:cNvSpPr/>
          <p:nvPr/>
        </p:nvSpPr>
        <p:spPr>
          <a:xfrm>
            <a:off x="1066680" y="3371760"/>
            <a:ext cx="236196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1" u="none" strike="noStrike">
                <a:solidFill>
                  <a:srgbClr val="4F5D2F"/>
                </a:solidFill>
                <a:effectLst/>
                <a:uFillTx/>
                <a:latin typeface="Open Sans"/>
                <a:ea typeface="Open Sans"/>
              </a:rPr>
              <a:t>Nginx</a:t>
            </a:r>
            <a:endParaRPr lang="es-GT" sz="2020" b="0" u="none" strike="noStrike">
              <a:solidFill>
                <a:srgbClr val="000000"/>
              </a:solidFill>
              <a:effectLst/>
              <a:uFillTx/>
              <a:latin typeface="Arial"/>
            </a:endParaRPr>
          </a:p>
        </p:txBody>
      </p:sp>
      <p:sp>
        <p:nvSpPr>
          <p:cNvPr id="66" name=""/>
          <p:cNvSpPr/>
          <p:nvPr/>
        </p:nvSpPr>
        <p:spPr>
          <a:xfrm>
            <a:off x="1066680" y="3800520"/>
            <a:ext cx="2361960" cy="6091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580" b="0" u="none" strike="noStrike">
                <a:solidFill>
                  <a:srgbClr val="423629"/>
                </a:solidFill>
                <a:effectLst/>
                <a:uFillTx/>
                <a:latin typeface="Open Sans"/>
                <a:ea typeface="Open Sans"/>
              </a:rPr>
              <a:t>Web y proxy</a:t>
            </a:r>
            <a:endParaRPr lang="es-GT" sz="1580" b="0" u="none" strike="noStrike">
              <a:solidFill>
                <a:srgbClr val="000000"/>
              </a:solidFill>
              <a:effectLst/>
              <a:uFillTx/>
              <a:latin typeface="Arial"/>
            </a:endParaRPr>
          </a:p>
        </p:txBody>
      </p:sp>
      <p:sp>
        <p:nvSpPr>
          <p:cNvPr id="54" name="API Go"/>
          <p:cNvSpPr/>
          <p:nvPr/>
        </p:nvSpPr>
        <p:spPr>
          <a:xfrm>
            <a:off x="4762440" y="3228840"/>
            <a:ext cx="2666520" cy="1218960"/>
          </a:xfrm>
          <a:prstGeom prst="rect">
            <a:avLst/>
          </a:prstGeom>
          <a:solidFill>
            <a:srgbClr val="FFFFFF"/>
          </a:solidFill>
          <a:ln w="13335">
            <a:solidFill>
              <a:srgbClr val="4F5D2F"/>
            </a:solidFill>
            <a:round/>
          </a:ln>
        </p:spPr>
        <p:style>
          <a:lnRef idx="0"/>
          <a:fillRef idx="0"/>
          <a:effectRef idx="0"/>
          <a:fontRef idx="minor"/>
        </p:style>
        <p:txBody>
          <a:bodyPr lIns="90000" tIns="45000" rIns="90000" bIns="45000" anchor="t">
            <a:noAutofit/>
          </a:bodyPr>
          <a:p>
            <a:endParaRPr lang="es-GT" sz="1800" b="0" u="none" strike="noStrike">
              <a:solidFill>
                <a:srgbClr val="000000"/>
              </a:solidFill>
              <a:effectLst/>
              <a:uFillTx/>
              <a:latin typeface="Arial"/>
            </a:endParaRPr>
          </a:p>
        </p:txBody>
      </p:sp>
      <p:sp>
        <p:nvSpPr>
          <p:cNvPr id="67" name=""/>
          <p:cNvSpPr/>
          <p:nvPr/>
        </p:nvSpPr>
        <p:spPr>
          <a:xfrm>
            <a:off x="4915080" y="3371760"/>
            <a:ext cx="236196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1" u="none" strike="noStrike">
                <a:solidFill>
                  <a:srgbClr val="4F5D2F"/>
                </a:solidFill>
                <a:effectLst/>
                <a:uFillTx/>
                <a:latin typeface="Open Sans"/>
                <a:ea typeface="Open Sans"/>
              </a:rPr>
              <a:t>API Go</a:t>
            </a:r>
            <a:endParaRPr lang="es-GT" sz="2020" b="0" u="none" strike="noStrike">
              <a:solidFill>
                <a:srgbClr val="000000"/>
              </a:solidFill>
              <a:effectLst/>
              <a:uFillTx/>
              <a:latin typeface="Arial"/>
            </a:endParaRPr>
          </a:p>
        </p:txBody>
      </p:sp>
      <p:sp>
        <p:nvSpPr>
          <p:cNvPr id="68" name=""/>
          <p:cNvSpPr/>
          <p:nvPr/>
        </p:nvSpPr>
        <p:spPr>
          <a:xfrm>
            <a:off x="4915080" y="3800520"/>
            <a:ext cx="2361960" cy="6091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580" b="0" u="none" strike="noStrike">
                <a:solidFill>
                  <a:srgbClr val="423629"/>
                </a:solidFill>
                <a:effectLst/>
                <a:uFillTx/>
                <a:latin typeface="Open Sans"/>
                <a:ea typeface="Open Sans"/>
              </a:rPr>
              <a:t>Reglas y permisos</a:t>
            </a:r>
            <a:endParaRPr lang="es-GT" sz="1580" b="0" u="none" strike="noStrike">
              <a:solidFill>
                <a:srgbClr val="000000"/>
              </a:solidFill>
              <a:effectLst/>
              <a:uFillTx/>
              <a:latin typeface="Arial"/>
            </a:endParaRPr>
          </a:p>
        </p:txBody>
      </p:sp>
      <p:sp>
        <p:nvSpPr>
          <p:cNvPr id="55" name="PostgreSQL 16"/>
          <p:cNvSpPr/>
          <p:nvPr/>
        </p:nvSpPr>
        <p:spPr>
          <a:xfrm>
            <a:off x="8610480" y="3228840"/>
            <a:ext cx="2666520" cy="1218960"/>
          </a:xfrm>
          <a:prstGeom prst="rect">
            <a:avLst/>
          </a:prstGeom>
          <a:solidFill>
            <a:srgbClr val="FFFFFF"/>
          </a:solidFill>
          <a:ln w="13335">
            <a:solidFill>
              <a:srgbClr val="4F5D2F"/>
            </a:solidFill>
            <a:round/>
          </a:ln>
        </p:spPr>
        <p:style>
          <a:lnRef idx="0"/>
          <a:fillRef idx="0"/>
          <a:effectRef idx="0"/>
          <a:fontRef idx="minor"/>
        </p:style>
        <p:txBody>
          <a:bodyPr lIns="90000" tIns="45000" rIns="90000" bIns="45000" anchor="t">
            <a:noAutofit/>
          </a:bodyPr>
          <a:p>
            <a:endParaRPr lang="es-GT" sz="1800" b="0" u="none" strike="noStrike">
              <a:solidFill>
                <a:srgbClr val="000000"/>
              </a:solidFill>
              <a:effectLst/>
              <a:uFillTx/>
              <a:latin typeface="Arial"/>
            </a:endParaRPr>
          </a:p>
        </p:txBody>
      </p:sp>
      <p:sp>
        <p:nvSpPr>
          <p:cNvPr id="69" name=""/>
          <p:cNvSpPr/>
          <p:nvPr/>
        </p:nvSpPr>
        <p:spPr>
          <a:xfrm>
            <a:off x="8763120" y="3371760"/>
            <a:ext cx="236196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1" u="none" strike="noStrike">
                <a:solidFill>
                  <a:srgbClr val="4F5D2F"/>
                </a:solidFill>
                <a:effectLst/>
                <a:uFillTx/>
                <a:latin typeface="Open Sans"/>
                <a:ea typeface="Open Sans"/>
              </a:rPr>
              <a:t>PostgreSQL 16</a:t>
            </a:r>
            <a:endParaRPr lang="es-GT" sz="2020" b="0" u="none" strike="noStrike">
              <a:solidFill>
                <a:srgbClr val="000000"/>
              </a:solidFill>
              <a:effectLst/>
              <a:uFillTx/>
              <a:latin typeface="Arial"/>
            </a:endParaRPr>
          </a:p>
        </p:txBody>
      </p:sp>
      <p:sp>
        <p:nvSpPr>
          <p:cNvPr id="70" name=""/>
          <p:cNvSpPr/>
          <p:nvPr/>
        </p:nvSpPr>
        <p:spPr>
          <a:xfrm>
            <a:off x="8763120" y="3800520"/>
            <a:ext cx="2361960" cy="6091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580" b="0" u="none" strike="noStrike">
                <a:solidFill>
                  <a:srgbClr val="423629"/>
                </a:solidFill>
                <a:effectLst/>
                <a:uFillTx/>
                <a:latin typeface="Open Sans"/>
                <a:ea typeface="Open Sans"/>
              </a:rPr>
              <a:t>Datos persistentes</a:t>
            </a:r>
            <a:endParaRPr lang="es-GT" sz="1580" b="0" u="none" strike="noStrike">
              <a:solidFill>
                <a:srgbClr val="000000"/>
              </a:solidFill>
              <a:effectLst/>
              <a:uFillTx/>
              <a:latin typeface="Arial"/>
            </a:endParaRPr>
          </a:p>
        </p:txBody>
      </p:sp>
      <p:sp>
        <p:nvSpPr>
          <p:cNvPr id="71" name=""/>
          <p:cNvSpPr/>
          <p:nvPr/>
        </p:nvSpPr>
        <p:spPr>
          <a:xfrm>
            <a:off x="923760" y="4533840"/>
            <a:ext cx="2657160" cy="29484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350" b="0" u="none" strike="noStrike">
                <a:solidFill>
                  <a:srgbClr val="6B645A"/>
                </a:solidFill>
                <a:effectLst/>
                <a:uFillTx/>
                <a:latin typeface="Open Sans"/>
                <a:ea typeface="Open Sans"/>
              </a:rPr>
              <a:t>80 / 443 públicos</a:t>
            </a:r>
            <a:endParaRPr lang="es-GT" sz="1350" b="0" u="none" strike="noStrike">
              <a:solidFill>
                <a:srgbClr val="000000"/>
              </a:solidFill>
              <a:effectLst/>
              <a:uFillTx/>
              <a:latin typeface="Arial"/>
            </a:endParaRPr>
          </a:p>
        </p:txBody>
      </p:sp>
      <p:sp>
        <p:nvSpPr>
          <p:cNvPr id="72" name=""/>
          <p:cNvSpPr/>
          <p:nvPr/>
        </p:nvSpPr>
        <p:spPr>
          <a:xfrm>
            <a:off x="4762440" y="4533840"/>
            <a:ext cx="2666520" cy="29484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350" b="0" u="none" strike="noStrike">
                <a:solidFill>
                  <a:srgbClr val="6B645A"/>
                </a:solidFill>
                <a:effectLst/>
                <a:uFillTx/>
                <a:latin typeface="Open Sans"/>
                <a:ea typeface="Open Sans"/>
              </a:rPr>
              <a:t>8080 interno</a:t>
            </a:r>
            <a:endParaRPr lang="es-GT" sz="1350" b="0" u="none" strike="noStrike">
              <a:solidFill>
                <a:srgbClr val="000000"/>
              </a:solidFill>
              <a:effectLst/>
              <a:uFillTx/>
              <a:latin typeface="Arial"/>
            </a:endParaRPr>
          </a:p>
        </p:txBody>
      </p:sp>
      <p:sp>
        <p:nvSpPr>
          <p:cNvPr id="73" name=""/>
          <p:cNvSpPr/>
          <p:nvPr/>
        </p:nvSpPr>
        <p:spPr>
          <a:xfrm>
            <a:off x="8620200" y="4533840"/>
            <a:ext cx="2666520" cy="29484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350" b="0" u="none" strike="noStrike">
                <a:solidFill>
                  <a:srgbClr val="6B645A"/>
                </a:solidFill>
                <a:effectLst/>
                <a:uFillTx/>
                <a:latin typeface="Open Sans"/>
                <a:ea typeface="Open Sans"/>
              </a:rPr>
              <a:t>5432 interno</a:t>
            </a:r>
            <a:endParaRPr lang="es-GT" sz="1350" b="0" u="none" strike="noStrike">
              <a:solidFill>
                <a:srgbClr val="000000"/>
              </a:solidFill>
              <a:effectLst/>
              <a:uFillTx/>
              <a:latin typeface="Arial"/>
            </a:endParaRPr>
          </a:p>
        </p:txBody>
      </p:sp>
      <p:sp>
        <p:nvSpPr>
          <p:cNvPr id="74" name=""/>
          <p:cNvSpPr/>
          <p:nvPr/>
        </p:nvSpPr>
        <p:spPr>
          <a:xfrm>
            <a:off x="609480" y="5334120"/>
            <a:ext cx="10972440" cy="87588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170" b="0" u="none" strike="noStrike">
                <a:solidFill>
                  <a:srgbClr val="423629"/>
                </a:solidFill>
                <a:effectLst/>
                <a:uFillTx/>
                <a:latin typeface="Open Sans"/>
                <a:ea typeface="Open Sans"/>
              </a:rPr>
              <a:t>Angular organiza la interfaz. Go centraliza las reglas.</a:t>
            </a:r>
            <a:endParaRPr lang="es-GT" sz="2170" b="0" u="none" strike="noStrike">
              <a:solidFill>
                <a:srgbClr val="000000"/>
              </a:solidFill>
              <a:effectLst/>
              <a:uFillTx/>
              <a:latin typeface="Arial"/>
            </a:endParaRPr>
          </a:p>
          <a:p>
            <a:pPr>
              <a:lnSpc>
                <a:spcPct val="100000"/>
              </a:lnSpc>
            </a:pPr>
            <a:r>
              <a:rPr lang="es-GT" sz="2170" b="0" u="none" strike="noStrike">
                <a:solidFill>
                  <a:srgbClr val="423629"/>
                </a:solidFill>
                <a:effectLst/>
                <a:uFillTx/>
                <a:latin typeface="Open Sans"/>
                <a:ea typeface="Open Sans"/>
              </a:rPr>
              <a:t>PostgreSQL conserva relaciones y movimientos.</a:t>
            </a:r>
            <a:endParaRPr lang="es-GT" sz="217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E6D2"/>
        </a:solidFill>
      </p:bgPr>
    </p:bg>
    <p:spTree>
      <p:nvGrpSpPr>
        <p:cNvPr id="1" name=""/>
        <p:cNvGrpSpPr/>
        <p:nvPr/>
      </p:nvGrpSpPr>
      <p:grpSpPr>
        <a:xfrm>
          <a:off x="0" y="0"/>
          <a:ext cx="0" cy="0"/>
          <a:chOff x="0" y="0"/>
          <a:chExt cx="0" cy="0"/>
        </a:xfrm>
      </p:grpSpPr>
      <p:cxnSp>
        <p:nvCxnSpPr>
          <p:cNvPr id="75" name=""/>
          <p:cNvCxnSpPr>
            <a:stCxn id="76" idx="2"/>
            <a:endCxn id="77" idx="0"/>
          </p:cNvCxnSpPr>
          <p:nvPr/>
        </p:nvCxnSpPr>
        <p:spPr>
          <a:xfrm>
            <a:off x="5229000" y="3961800"/>
            <a:ext cx="360" cy="877320"/>
          </a:xfrm>
          <a:prstGeom prst="straightConnector1">
            <a:avLst/>
          </a:prstGeom>
          <a:ln w="19050">
            <a:solidFill>
              <a:srgbClr val="4F5D2F"/>
            </a:solidFill>
            <a:round/>
            <a:tailEnd len="med" type="arrow" w="med"/>
          </a:ln>
        </p:spPr>
      </p:cxnSp>
      <p:cxnSp>
        <p:nvCxnSpPr>
          <p:cNvPr id="78" name=""/>
          <p:cNvCxnSpPr>
            <a:stCxn id="79" idx="3"/>
            <a:endCxn id="76" idx="1"/>
          </p:cNvCxnSpPr>
          <p:nvPr/>
        </p:nvCxnSpPr>
        <p:spPr>
          <a:xfrm flipV="1">
            <a:off x="3047400" y="3438360"/>
            <a:ext cx="848520" cy="972000"/>
          </a:xfrm>
          <a:prstGeom prst="bentConnector3">
            <a:avLst>
              <a:gd name="adj1" fmla="val 50042"/>
            </a:avLst>
          </a:prstGeom>
          <a:ln w="19050">
            <a:solidFill>
              <a:srgbClr val="4F5D2F"/>
            </a:solidFill>
            <a:round/>
            <a:tailEnd len="med" type="arrow" w="med"/>
          </a:ln>
        </p:spPr>
      </p:cxnSp>
      <p:cxnSp>
        <p:nvCxnSpPr>
          <p:cNvPr id="80" name=""/>
          <p:cNvCxnSpPr>
            <a:stCxn id="81" idx="3"/>
            <a:endCxn id="76" idx="0"/>
          </p:cNvCxnSpPr>
          <p:nvPr/>
        </p:nvCxnSpPr>
        <p:spPr>
          <a:xfrm>
            <a:off x="3047400" y="2371680"/>
            <a:ext cx="2181960" cy="543240"/>
          </a:xfrm>
          <a:prstGeom prst="bentConnector2">
            <a:avLst/>
          </a:prstGeom>
          <a:ln w="19050">
            <a:solidFill>
              <a:srgbClr val="4F5D2F"/>
            </a:solidFill>
            <a:round/>
            <a:tailEnd len="med" type="arrow" w="med"/>
          </a:ln>
        </p:spPr>
      </p:cxnSp>
      <p:sp>
        <p:nvSpPr>
          <p:cNvPr id="82" name="Título 4"/>
          <p:cNvSpPr/>
          <p:nvPr/>
        </p:nvSpPr>
        <p:spPr>
          <a:xfrm>
            <a:off x="609480" y="495360"/>
            <a:ext cx="10972440" cy="8377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3230" b="1" u="none" strike="noStrike">
                <a:solidFill>
                  <a:srgbClr val="4F5D2F"/>
                </a:solidFill>
                <a:effectLst/>
                <a:uFillTx/>
                <a:latin typeface="Open Sans"/>
                <a:ea typeface="Open Sans"/>
              </a:rPr>
              <a:t>Datos relacionados, importes trazables</a:t>
            </a:r>
            <a:endParaRPr lang="es-GT" sz="3230" b="0" u="none" strike="noStrike">
              <a:solidFill>
                <a:srgbClr val="000000"/>
              </a:solidFill>
              <a:effectLst/>
              <a:uFillTx/>
              <a:latin typeface="Arial"/>
            </a:endParaRPr>
          </a:p>
        </p:txBody>
      </p:sp>
      <p:sp>
        <p:nvSpPr>
          <p:cNvPr id="83" name=""/>
          <p:cNvSpPr/>
          <p:nvPr/>
        </p:nvSpPr>
        <p:spPr>
          <a:xfrm>
            <a:off x="609480" y="6429240"/>
            <a:ext cx="10972440" cy="209160"/>
          </a:xfrm>
          <a:prstGeom prst="rect">
            <a:avLst/>
          </a:prstGeom>
          <a:noFill/>
          <a:ln w="0">
            <a:noFill/>
          </a:ln>
        </p:spPr>
        <p:style>
          <a:lnRef idx="0"/>
          <a:fillRef idx="0"/>
          <a:effectRef idx="0"/>
          <a:fontRef idx="minor"/>
        </p:style>
        <p:txBody>
          <a:bodyPr lIns="0" tIns="0" rIns="0" bIns="0" anchor="t">
            <a:noAutofit/>
          </a:bodyPr>
          <a:p>
            <a:pPr>
              <a:lnSpc>
                <a:spcPct val="100000"/>
              </a:lnSpc>
            </a:pPr>
            <a:endParaRPr lang="es-GT" sz="1200" b="0" u="none" strike="noStrike">
              <a:solidFill>
                <a:srgbClr val="000000"/>
              </a:solidFill>
              <a:effectLst/>
              <a:uFillTx/>
              <a:latin typeface="Arial"/>
            </a:endParaRPr>
          </a:p>
        </p:txBody>
      </p:sp>
      <p:sp>
        <p:nvSpPr>
          <p:cNvPr id="81" name="Usuario"/>
          <p:cNvSpPr/>
          <p:nvPr/>
        </p:nvSpPr>
        <p:spPr>
          <a:xfrm>
            <a:off x="609480" y="1895400"/>
            <a:ext cx="2437920" cy="952200"/>
          </a:xfrm>
          <a:prstGeom prst="rect">
            <a:avLst/>
          </a:prstGeom>
          <a:solidFill>
            <a:srgbClr val="FFFFFF"/>
          </a:solidFill>
          <a:ln w="13335">
            <a:solidFill>
              <a:srgbClr val="4F5D2F"/>
            </a:solidFill>
            <a:round/>
          </a:ln>
        </p:spPr>
        <p:style>
          <a:lnRef idx="0"/>
          <a:fillRef idx="0"/>
          <a:effectRef idx="0"/>
          <a:fontRef idx="minor"/>
        </p:style>
        <p:txBody>
          <a:bodyPr lIns="90000" tIns="45000" rIns="90000" bIns="45000" anchor="t">
            <a:noAutofit/>
          </a:bodyPr>
          <a:p>
            <a:endParaRPr lang="es-GT" sz="1800" b="0" u="none" strike="noStrike">
              <a:solidFill>
                <a:srgbClr val="000000"/>
              </a:solidFill>
              <a:effectLst/>
              <a:uFillTx/>
              <a:latin typeface="Arial"/>
            </a:endParaRPr>
          </a:p>
        </p:txBody>
      </p:sp>
      <p:sp>
        <p:nvSpPr>
          <p:cNvPr id="84" name=""/>
          <p:cNvSpPr/>
          <p:nvPr/>
        </p:nvSpPr>
        <p:spPr>
          <a:xfrm>
            <a:off x="762120" y="2038320"/>
            <a:ext cx="213336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1" u="none" strike="noStrike">
                <a:solidFill>
                  <a:srgbClr val="4F5D2F"/>
                </a:solidFill>
                <a:effectLst/>
                <a:uFillTx/>
                <a:latin typeface="Open Sans"/>
                <a:ea typeface="Open Sans"/>
              </a:rPr>
              <a:t>Usuario</a:t>
            </a:r>
            <a:endParaRPr lang="es-GT" sz="2020" b="0" u="none" strike="noStrike">
              <a:solidFill>
                <a:srgbClr val="000000"/>
              </a:solidFill>
              <a:effectLst/>
              <a:uFillTx/>
              <a:latin typeface="Arial"/>
            </a:endParaRPr>
          </a:p>
        </p:txBody>
      </p:sp>
      <p:sp>
        <p:nvSpPr>
          <p:cNvPr id="85" name=""/>
          <p:cNvSpPr/>
          <p:nvPr/>
        </p:nvSpPr>
        <p:spPr>
          <a:xfrm>
            <a:off x="762120" y="2467080"/>
            <a:ext cx="2133360" cy="3427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580" b="0" u="none" strike="noStrike">
                <a:solidFill>
                  <a:srgbClr val="423629"/>
                </a:solidFill>
                <a:effectLst/>
                <a:uFillTx/>
                <a:latin typeface="Open Sans"/>
                <a:ea typeface="Open Sans"/>
              </a:rPr>
              <a:t>Huésped</a:t>
            </a:r>
            <a:endParaRPr lang="es-GT" sz="1580" b="0" u="none" strike="noStrike">
              <a:solidFill>
                <a:srgbClr val="000000"/>
              </a:solidFill>
              <a:effectLst/>
              <a:uFillTx/>
              <a:latin typeface="Arial"/>
            </a:endParaRPr>
          </a:p>
        </p:txBody>
      </p:sp>
      <p:sp>
        <p:nvSpPr>
          <p:cNvPr id="79" name="Cabaña"/>
          <p:cNvSpPr/>
          <p:nvPr/>
        </p:nvSpPr>
        <p:spPr>
          <a:xfrm>
            <a:off x="609480" y="3933720"/>
            <a:ext cx="2437920" cy="952200"/>
          </a:xfrm>
          <a:prstGeom prst="rect">
            <a:avLst/>
          </a:prstGeom>
          <a:solidFill>
            <a:srgbClr val="FFFFFF"/>
          </a:solidFill>
          <a:ln w="13335">
            <a:solidFill>
              <a:srgbClr val="4F5D2F"/>
            </a:solidFill>
            <a:round/>
          </a:ln>
        </p:spPr>
        <p:style>
          <a:lnRef idx="0"/>
          <a:fillRef idx="0"/>
          <a:effectRef idx="0"/>
          <a:fontRef idx="minor"/>
        </p:style>
        <p:txBody>
          <a:bodyPr lIns="90000" tIns="45000" rIns="90000" bIns="45000" anchor="t">
            <a:noAutofit/>
          </a:bodyPr>
          <a:p>
            <a:endParaRPr lang="es-GT" sz="1800" b="0" u="none" strike="noStrike">
              <a:solidFill>
                <a:srgbClr val="000000"/>
              </a:solidFill>
              <a:effectLst/>
              <a:uFillTx/>
              <a:latin typeface="Arial"/>
            </a:endParaRPr>
          </a:p>
        </p:txBody>
      </p:sp>
      <p:sp>
        <p:nvSpPr>
          <p:cNvPr id="86" name=""/>
          <p:cNvSpPr/>
          <p:nvPr/>
        </p:nvSpPr>
        <p:spPr>
          <a:xfrm>
            <a:off x="762120" y="4076640"/>
            <a:ext cx="213336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1" u="none" strike="noStrike">
                <a:solidFill>
                  <a:srgbClr val="4F5D2F"/>
                </a:solidFill>
                <a:effectLst/>
                <a:uFillTx/>
                <a:latin typeface="Open Sans"/>
                <a:ea typeface="Open Sans"/>
              </a:rPr>
              <a:t>Cabaña</a:t>
            </a:r>
            <a:endParaRPr lang="es-GT" sz="2020" b="0" u="none" strike="noStrike">
              <a:solidFill>
                <a:srgbClr val="000000"/>
              </a:solidFill>
              <a:effectLst/>
              <a:uFillTx/>
              <a:latin typeface="Arial"/>
            </a:endParaRPr>
          </a:p>
        </p:txBody>
      </p:sp>
      <p:sp>
        <p:nvSpPr>
          <p:cNvPr id="87" name=""/>
          <p:cNvSpPr/>
          <p:nvPr/>
        </p:nvSpPr>
        <p:spPr>
          <a:xfrm>
            <a:off x="762120" y="4505400"/>
            <a:ext cx="2133360" cy="3427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580" b="0" u="none" strike="noStrike">
                <a:solidFill>
                  <a:srgbClr val="423629"/>
                </a:solidFill>
                <a:effectLst/>
                <a:uFillTx/>
                <a:latin typeface="Open Sans"/>
                <a:ea typeface="Open Sans"/>
              </a:rPr>
              <a:t>Propiedad</a:t>
            </a:r>
            <a:endParaRPr lang="es-GT" sz="1580" b="0" u="none" strike="noStrike">
              <a:solidFill>
                <a:srgbClr val="000000"/>
              </a:solidFill>
              <a:effectLst/>
              <a:uFillTx/>
              <a:latin typeface="Arial"/>
            </a:endParaRPr>
          </a:p>
        </p:txBody>
      </p:sp>
      <p:sp>
        <p:nvSpPr>
          <p:cNvPr id="76" name="Reservación"/>
          <p:cNvSpPr/>
          <p:nvPr/>
        </p:nvSpPr>
        <p:spPr>
          <a:xfrm>
            <a:off x="3895560" y="2914560"/>
            <a:ext cx="2666520" cy="1047240"/>
          </a:xfrm>
          <a:prstGeom prst="rect">
            <a:avLst/>
          </a:prstGeom>
          <a:solidFill>
            <a:srgbClr val="FFFFFF"/>
          </a:solidFill>
          <a:ln w="13335">
            <a:solidFill>
              <a:srgbClr val="4F5D2F"/>
            </a:solidFill>
            <a:round/>
          </a:ln>
        </p:spPr>
        <p:style>
          <a:lnRef idx="0"/>
          <a:fillRef idx="0"/>
          <a:effectRef idx="0"/>
          <a:fontRef idx="minor"/>
        </p:style>
        <p:txBody>
          <a:bodyPr lIns="90000" tIns="45000" rIns="90000" bIns="45000" anchor="t">
            <a:noAutofit/>
          </a:bodyPr>
          <a:p>
            <a:endParaRPr lang="es-GT" sz="1800" b="0" u="none" strike="noStrike">
              <a:solidFill>
                <a:srgbClr val="000000"/>
              </a:solidFill>
              <a:effectLst/>
              <a:uFillTx/>
              <a:latin typeface="Arial"/>
            </a:endParaRPr>
          </a:p>
        </p:txBody>
      </p:sp>
      <p:sp>
        <p:nvSpPr>
          <p:cNvPr id="88" name=""/>
          <p:cNvSpPr/>
          <p:nvPr/>
        </p:nvSpPr>
        <p:spPr>
          <a:xfrm>
            <a:off x="4048200" y="3057480"/>
            <a:ext cx="236196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1" u="none" strike="noStrike">
                <a:solidFill>
                  <a:srgbClr val="4F5D2F"/>
                </a:solidFill>
                <a:effectLst/>
                <a:uFillTx/>
                <a:latin typeface="Open Sans"/>
                <a:ea typeface="Open Sans"/>
              </a:rPr>
              <a:t>Reservación</a:t>
            </a:r>
            <a:endParaRPr lang="es-GT" sz="2020" b="0" u="none" strike="noStrike">
              <a:solidFill>
                <a:srgbClr val="000000"/>
              </a:solidFill>
              <a:effectLst/>
              <a:uFillTx/>
              <a:latin typeface="Arial"/>
            </a:endParaRPr>
          </a:p>
        </p:txBody>
      </p:sp>
      <p:sp>
        <p:nvSpPr>
          <p:cNvPr id="89" name=""/>
          <p:cNvSpPr/>
          <p:nvPr/>
        </p:nvSpPr>
        <p:spPr>
          <a:xfrm>
            <a:off x="4048200" y="3486240"/>
            <a:ext cx="2361960" cy="43776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580" b="0" u="none" strike="noStrike">
                <a:solidFill>
                  <a:srgbClr val="423629"/>
                </a:solidFill>
                <a:effectLst/>
                <a:uFillTx/>
                <a:latin typeface="Open Sans"/>
                <a:ea typeface="Open Sans"/>
              </a:rPr>
              <a:t>Fechas y estado</a:t>
            </a:r>
            <a:endParaRPr lang="es-GT" sz="1580" b="0" u="none" strike="noStrike">
              <a:solidFill>
                <a:srgbClr val="000000"/>
              </a:solidFill>
              <a:effectLst/>
              <a:uFillTx/>
              <a:latin typeface="Arial"/>
            </a:endParaRPr>
          </a:p>
        </p:txBody>
      </p:sp>
      <p:sp>
        <p:nvSpPr>
          <p:cNvPr id="77" name="Pagos"/>
          <p:cNvSpPr/>
          <p:nvPr/>
        </p:nvSpPr>
        <p:spPr>
          <a:xfrm>
            <a:off x="3895560" y="4838760"/>
            <a:ext cx="2666520" cy="1047240"/>
          </a:xfrm>
          <a:prstGeom prst="rect">
            <a:avLst/>
          </a:prstGeom>
          <a:solidFill>
            <a:srgbClr val="FFFFFF"/>
          </a:solidFill>
          <a:ln w="13335">
            <a:solidFill>
              <a:srgbClr val="4F5D2F"/>
            </a:solidFill>
            <a:round/>
          </a:ln>
        </p:spPr>
        <p:style>
          <a:lnRef idx="0"/>
          <a:fillRef idx="0"/>
          <a:effectRef idx="0"/>
          <a:fontRef idx="minor"/>
        </p:style>
        <p:txBody>
          <a:bodyPr lIns="90000" tIns="45000" rIns="90000" bIns="45000" anchor="t">
            <a:noAutofit/>
          </a:bodyPr>
          <a:p>
            <a:endParaRPr lang="es-GT" sz="1800" b="0" u="none" strike="noStrike">
              <a:solidFill>
                <a:srgbClr val="000000"/>
              </a:solidFill>
              <a:effectLst/>
              <a:uFillTx/>
              <a:latin typeface="Arial"/>
            </a:endParaRPr>
          </a:p>
        </p:txBody>
      </p:sp>
      <p:sp>
        <p:nvSpPr>
          <p:cNvPr id="90" name=""/>
          <p:cNvSpPr/>
          <p:nvPr/>
        </p:nvSpPr>
        <p:spPr>
          <a:xfrm>
            <a:off x="4048200" y="4981680"/>
            <a:ext cx="236196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1" u="none" strike="noStrike">
                <a:solidFill>
                  <a:srgbClr val="4F5D2F"/>
                </a:solidFill>
                <a:effectLst/>
                <a:uFillTx/>
                <a:latin typeface="Open Sans"/>
                <a:ea typeface="Open Sans"/>
              </a:rPr>
              <a:t>Pagos</a:t>
            </a:r>
            <a:endParaRPr lang="es-GT" sz="2020" b="0" u="none" strike="noStrike">
              <a:solidFill>
                <a:srgbClr val="000000"/>
              </a:solidFill>
              <a:effectLst/>
              <a:uFillTx/>
              <a:latin typeface="Arial"/>
            </a:endParaRPr>
          </a:p>
        </p:txBody>
      </p:sp>
      <p:sp>
        <p:nvSpPr>
          <p:cNvPr id="91" name=""/>
          <p:cNvSpPr/>
          <p:nvPr/>
        </p:nvSpPr>
        <p:spPr>
          <a:xfrm>
            <a:off x="4048200" y="5410080"/>
            <a:ext cx="2361960" cy="43776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580" b="0" u="none" strike="noStrike">
                <a:solidFill>
                  <a:srgbClr val="423629"/>
                </a:solidFill>
                <a:effectLst/>
                <a:uFillTx/>
                <a:latin typeface="Open Sans"/>
                <a:ea typeface="Open Sans"/>
              </a:rPr>
              <a:t>Anticipo y abonos</a:t>
            </a:r>
            <a:endParaRPr lang="es-GT" sz="1580" b="0" u="none" strike="noStrike">
              <a:solidFill>
                <a:srgbClr val="000000"/>
              </a:solidFill>
              <a:effectLst/>
              <a:uFillTx/>
              <a:latin typeface="Arial"/>
            </a:endParaRPr>
          </a:p>
        </p:txBody>
      </p:sp>
      <p:sp>
        <p:nvSpPr>
          <p:cNvPr id="92" name=""/>
          <p:cNvSpPr/>
          <p:nvPr/>
        </p:nvSpPr>
        <p:spPr>
          <a:xfrm>
            <a:off x="3171960" y="2076480"/>
            <a:ext cx="723600" cy="28548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430" b="0" u="none" strike="noStrike">
                <a:solidFill>
                  <a:srgbClr val="6B645A"/>
                </a:solidFill>
                <a:effectLst/>
                <a:uFillTx/>
                <a:latin typeface="Open Sans"/>
                <a:ea typeface="Open Sans"/>
              </a:rPr>
              <a:t>1 : N</a:t>
            </a:r>
            <a:endParaRPr lang="es-GT" sz="1430" b="0" u="none" strike="noStrike">
              <a:solidFill>
                <a:srgbClr val="000000"/>
              </a:solidFill>
              <a:effectLst/>
              <a:uFillTx/>
              <a:latin typeface="Arial"/>
            </a:endParaRPr>
          </a:p>
        </p:txBody>
      </p:sp>
      <p:sp>
        <p:nvSpPr>
          <p:cNvPr id="93" name=""/>
          <p:cNvSpPr/>
          <p:nvPr/>
        </p:nvSpPr>
        <p:spPr>
          <a:xfrm>
            <a:off x="3171960" y="4638600"/>
            <a:ext cx="723600" cy="28548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430" b="0" u="none" strike="noStrike">
                <a:solidFill>
                  <a:srgbClr val="6B645A"/>
                </a:solidFill>
                <a:effectLst/>
                <a:uFillTx/>
                <a:latin typeface="Open Sans"/>
                <a:ea typeface="Open Sans"/>
              </a:rPr>
              <a:t>1 : N</a:t>
            </a:r>
            <a:endParaRPr lang="es-GT" sz="1430" b="0" u="none" strike="noStrike">
              <a:solidFill>
                <a:srgbClr val="000000"/>
              </a:solidFill>
              <a:effectLst/>
              <a:uFillTx/>
              <a:latin typeface="Arial"/>
            </a:endParaRPr>
          </a:p>
        </p:txBody>
      </p:sp>
      <p:sp>
        <p:nvSpPr>
          <p:cNvPr id="94" name=""/>
          <p:cNvSpPr/>
          <p:nvPr/>
        </p:nvSpPr>
        <p:spPr>
          <a:xfrm>
            <a:off x="5267160" y="4324320"/>
            <a:ext cx="723600" cy="28548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430" b="0" u="none" strike="noStrike">
                <a:solidFill>
                  <a:srgbClr val="6B645A"/>
                </a:solidFill>
                <a:effectLst/>
                <a:uFillTx/>
                <a:latin typeface="Open Sans"/>
                <a:ea typeface="Open Sans"/>
              </a:rPr>
              <a:t>1 : N</a:t>
            </a:r>
            <a:endParaRPr lang="es-GT" sz="1430" b="0" u="none" strike="noStrike">
              <a:solidFill>
                <a:srgbClr val="000000"/>
              </a:solidFill>
              <a:effectLst/>
              <a:uFillTx/>
              <a:latin typeface="Arial"/>
            </a:endParaRPr>
          </a:p>
        </p:txBody>
      </p:sp>
      <p:sp>
        <p:nvSpPr>
          <p:cNvPr id="95" name=""/>
          <p:cNvSpPr/>
          <p:nvPr/>
        </p:nvSpPr>
        <p:spPr>
          <a:xfrm>
            <a:off x="7334280" y="1962000"/>
            <a:ext cx="4190760" cy="52344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170" b="1" u="none" strike="noStrike">
                <a:solidFill>
                  <a:srgbClr val="4F5D2F"/>
                </a:solidFill>
                <a:effectLst/>
                <a:uFillTx/>
                <a:latin typeface="Open Sans"/>
                <a:ea typeface="Open Sans"/>
              </a:rPr>
              <a:t>Fechas sin ambigüedad</a:t>
            </a:r>
            <a:endParaRPr lang="es-GT" sz="2170" b="0" u="none" strike="noStrike">
              <a:solidFill>
                <a:srgbClr val="000000"/>
              </a:solidFill>
              <a:effectLst/>
              <a:uFillTx/>
              <a:latin typeface="Arial"/>
            </a:endParaRPr>
          </a:p>
        </p:txBody>
      </p:sp>
      <p:sp>
        <p:nvSpPr>
          <p:cNvPr id="96" name=""/>
          <p:cNvSpPr/>
          <p:nvPr/>
        </p:nvSpPr>
        <p:spPr>
          <a:xfrm>
            <a:off x="7334280" y="2562120"/>
            <a:ext cx="4190760" cy="90468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950" b="0" u="none" strike="noStrike">
                <a:solidFill>
                  <a:srgbClr val="423629"/>
                </a:solidFill>
                <a:effectLst/>
                <a:uFillTx/>
                <a:latin typeface="Open Sans"/>
                <a:ea typeface="Open Sans"/>
              </a:rPr>
              <a:t>La salida no suma una noche.</a:t>
            </a:r>
            <a:endParaRPr lang="es-GT" sz="1950" b="0" u="none" strike="noStrike">
              <a:solidFill>
                <a:srgbClr val="000000"/>
              </a:solidFill>
              <a:effectLst/>
              <a:uFillTx/>
              <a:latin typeface="Arial"/>
            </a:endParaRPr>
          </a:p>
          <a:p>
            <a:pPr>
              <a:lnSpc>
                <a:spcPct val="100000"/>
              </a:lnSpc>
            </a:pPr>
            <a:r>
              <a:rPr lang="es-GT" sz="1950" b="0" u="none" strike="noStrike">
                <a:solidFill>
                  <a:srgbClr val="423629"/>
                </a:solidFill>
                <a:effectLst/>
                <a:uFillTx/>
                <a:latin typeface="Open Sans"/>
                <a:ea typeface="Open Sans"/>
              </a:rPr>
              <a:t>Se permiten estancias contiguas.</a:t>
            </a:r>
            <a:endParaRPr lang="es-GT" sz="1950" b="0" u="none" strike="noStrike">
              <a:solidFill>
                <a:srgbClr val="000000"/>
              </a:solidFill>
              <a:effectLst/>
              <a:uFillTx/>
              <a:latin typeface="Arial"/>
            </a:endParaRPr>
          </a:p>
        </p:txBody>
      </p:sp>
      <p:sp>
        <p:nvSpPr>
          <p:cNvPr id="97" name=""/>
          <p:cNvSpPr/>
          <p:nvPr/>
        </p:nvSpPr>
        <p:spPr>
          <a:xfrm>
            <a:off x="7334280" y="3828960"/>
            <a:ext cx="4190760" cy="52344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170" b="1" u="none" strike="noStrike">
                <a:solidFill>
                  <a:srgbClr val="4F5D2F"/>
                </a:solidFill>
                <a:effectLst/>
                <a:uFillTx/>
                <a:latin typeface="Open Sans"/>
                <a:ea typeface="Open Sans"/>
              </a:rPr>
              <a:t>Precio por cada noche</a:t>
            </a:r>
            <a:endParaRPr lang="es-GT" sz="2170" b="0" u="none" strike="noStrike">
              <a:solidFill>
                <a:srgbClr val="000000"/>
              </a:solidFill>
              <a:effectLst/>
              <a:uFillTx/>
              <a:latin typeface="Arial"/>
            </a:endParaRPr>
          </a:p>
        </p:txBody>
      </p:sp>
      <p:sp>
        <p:nvSpPr>
          <p:cNvPr id="98" name=""/>
          <p:cNvSpPr/>
          <p:nvPr/>
        </p:nvSpPr>
        <p:spPr>
          <a:xfrm>
            <a:off x="7334280" y="4438800"/>
            <a:ext cx="4190760" cy="95220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950" b="0" u="none" strike="noStrike">
                <a:solidFill>
                  <a:srgbClr val="423629"/>
                </a:solidFill>
                <a:effectLst/>
                <a:uFillTx/>
                <a:latin typeface="Open Sans"/>
                <a:ea typeface="Open Sans"/>
              </a:rPr>
              <a:t>Regla particular, global o base.</a:t>
            </a:r>
            <a:endParaRPr lang="es-GT" sz="1950" b="0" u="none" strike="noStrike">
              <a:solidFill>
                <a:srgbClr val="000000"/>
              </a:solidFill>
              <a:effectLst/>
              <a:uFillTx/>
              <a:latin typeface="Arial"/>
            </a:endParaRPr>
          </a:p>
          <a:p>
            <a:pPr>
              <a:lnSpc>
                <a:spcPct val="100000"/>
              </a:lnSpc>
            </a:pPr>
            <a:r>
              <a:rPr lang="es-GT" sz="1950" b="0" u="none" strike="noStrike">
                <a:solidFill>
                  <a:srgbClr val="423629"/>
                </a:solidFill>
                <a:effectLst/>
                <a:uFillTx/>
                <a:latin typeface="Open Sans"/>
                <a:ea typeface="Open Sans"/>
              </a:rPr>
              <a:t>El candidato guarda precio_total.</a:t>
            </a:r>
            <a:endParaRPr lang="es-GT" sz="1950" b="0" u="none" strike="noStrike">
              <a:solidFill>
                <a:srgbClr val="000000"/>
              </a:solidFill>
              <a:effectLst/>
              <a:uFillTx/>
              <a:latin typeface="Arial"/>
            </a:endParaRPr>
          </a:p>
        </p:txBody>
      </p:sp>
      <p:sp>
        <p:nvSpPr>
          <p:cNvPr id="99" name=""/>
          <p:cNvSpPr/>
          <p:nvPr/>
        </p:nvSpPr>
        <p:spPr>
          <a:xfrm>
            <a:off x="7334280" y="5676840"/>
            <a:ext cx="4190760" cy="571320"/>
          </a:xfrm>
          <a:prstGeom prst="rect">
            <a:avLst/>
          </a:prstGeom>
          <a:noFill/>
          <a:ln w="0">
            <a:noFill/>
          </a:ln>
        </p:spPr>
        <p:style>
          <a:lnRef idx="0"/>
          <a:fillRef idx="0"/>
          <a:effectRef idx="0"/>
          <a:fontRef idx="minor"/>
        </p:style>
        <p:txBody>
          <a:bodyPr lIns="0" tIns="0" rIns="0" bIns="0" anchor="t">
            <a:noAutofit/>
          </a:bodyPr>
          <a:p>
            <a:pPr>
              <a:lnSpc>
                <a:spcPct val="100000"/>
              </a:lnSpc>
            </a:pPr>
            <a:endParaRPr lang="es-GT" sz="143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E6D2"/>
        </a:solidFill>
      </p:bgPr>
    </p:bg>
    <p:spTree>
      <p:nvGrpSpPr>
        <p:cNvPr id="1" name=""/>
        <p:cNvGrpSpPr/>
        <p:nvPr/>
      </p:nvGrpSpPr>
      <p:grpSpPr>
        <a:xfrm>
          <a:off x="0" y="0"/>
          <a:ext cx="0" cy="0"/>
          <a:chOff x="0" y="0"/>
          <a:chExt cx="0" cy="0"/>
        </a:xfrm>
      </p:grpSpPr>
      <p:cxnSp>
        <p:nvCxnSpPr>
          <p:cNvPr id="100" name=""/>
          <p:cNvCxnSpPr>
            <a:stCxn id="101" idx="2"/>
            <a:endCxn id="102" idx="1"/>
          </p:cNvCxnSpPr>
          <p:nvPr/>
        </p:nvCxnSpPr>
        <p:spPr>
          <a:xfrm flipH="1" rot="16200000">
            <a:off x="6767280" y="2871360"/>
            <a:ext cx="1410120" cy="2772000"/>
          </a:xfrm>
          <a:prstGeom prst="bentConnector2">
            <a:avLst/>
          </a:prstGeom>
          <a:ln w="19050">
            <a:solidFill>
              <a:srgbClr val="4F5D2F"/>
            </a:solidFill>
            <a:round/>
            <a:tailEnd len="med" type="arrow" w="med"/>
          </a:ln>
        </p:spPr>
      </p:cxnSp>
      <p:cxnSp>
        <p:nvCxnSpPr>
          <p:cNvPr id="103" name=""/>
          <p:cNvCxnSpPr>
            <a:stCxn id="101" idx="3"/>
            <a:endCxn id="104" idx="1"/>
          </p:cNvCxnSpPr>
          <p:nvPr/>
        </p:nvCxnSpPr>
        <p:spPr>
          <a:xfrm flipV="1">
            <a:off x="7619760" y="2857680"/>
            <a:ext cx="1238760" cy="142920"/>
          </a:xfrm>
          <a:prstGeom prst="bentConnector3">
            <a:avLst>
              <a:gd name="adj1" fmla="val 50000"/>
            </a:avLst>
          </a:prstGeom>
          <a:ln w="19050">
            <a:solidFill>
              <a:srgbClr val="4F5D2F"/>
            </a:solidFill>
            <a:round/>
            <a:tailEnd len="med" type="arrow" w="med"/>
          </a:ln>
        </p:spPr>
      </p:cxnSp>
      <p:cxnSp>
        <p:nvCxnSpPr>
          <p:cNvPr id="105" name=""/>
          <p:cNvCxnSpPr>
            <a:stCxn id="106" idx="3"/>
            <a:endCxn id="101" idx="1"/>
          </p:cNvCxnSpPr>
          <p:nvPr/>
        </p:nvCxnSpPr>
        <p:spPr>
          <a:xfrm>
            <a:off x="3180960" y="3000240"/>
            <a:ext cx="1372320" cy="360"/>
          </a:xfrm>
          <a:prstGeom prst="straightConnector1">
            <a:avLst/>
          </a:prstGeom>
          <a:ln w="19050">
            <a:solidFill>
              <a:srgbClr val="4F5D2F"/>
            </a:solidFill>
            <a:round/>
            <a:tailEnd len="med" type="arrow" w="med"/>
          </a:ln>
        </p:spPr>
      </p:cxnSp>
      <p:sp>
        <p:nvSpPr>
          <p:cNvPr id="107" name="Título 5"/>
          <p:cNvSpPr/>
          <p:nvPr/>
        </p:nvSpPr>
        <p:spPr>
          <a:xfrm>
            <a:off x="609480" y="495360"/>
            <a:ext cx="10972440" cy="8377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3230" b="1" u="none" strike="noStrike">
                <a:solidFill>
                  <a:srgbClr val="4F5D2F"/>
                </a:solidFill>
                <a:effectLst/>
                <a:uFillTx/>
                <a:latin typeface="Open Sans"/>
                <a:ea typeface="Open Sans"/>
              </a:rPr>
              <a:t>Mantenimiento: decide el huésped</a:t>
            </a:r>
            <a:endParaRPr lang="es-GT" sz="3230" b="0" u="none" strike="noStrike">
              <a:solidFill>
                <a:srgbClr val="000000"/>
              </a:solidFill>
              <a:effectLst/>
              <a:uFillTx/>
              <a:latin typeface="Arial"/>
            </a:endParaRPr>
          </a:p>
        </p:txBody>
      </p:sp>
      <p:sp>
        <p:nvSpPr>
          <p:cNvPr id="108" name=""/>
          <p:cNvSpPr/>
          <p:nvPr/>
        </p:nvSpPr>
        <p:spPr>
          <a:xfrm>
            <a:off x="609480" y="6429240"/>
            <a:ext cx="10972440" cy="209160"/>
          </a:xfrm>
          <a:prstGeom prst="rect">
            <a:avLst/>
          </a:prstGeom>
          <a:noFill/>
          <a:ln w="0">
            <a:noFill/>
          </a:ln>
        </p:spPr>
        <p:style>
          <a:lnRef idx="0"/>
          <a:fillRef idx="0"/>
          <a:effectRef idx="0"/>
          <a:fontRef idx="minor"/>
        </p:style>
        <p:txBody>
          <a:bodyPr lIns="0" tIns="0" rIns="0" bIns="0" anchor="t">
            <a:noAutofit/>
          </a:bodyPr>
          <a:p>
            <a:pPr>
              <a:lnSpc>
                <a:spcPct val="100000"/>
              </a:lnSpc>
            </a:pPr>
            <a:endParaRPr lang="es-GT" sz="1200" b="0" u="none" strike="noStrike">
              <a:solidFill>
                <a:srgbClr val="000000"/>
              </a:solidFill>
              <a:effectLst/>
              <a:uFillTx/>
              <a:latin typeface="Arial"/>
            </a:endParaRPr>
          </a:p>
        </p:txBody>
      </p:sp>
      <p:sp>
        <p:nvSpPr>
          <p:cNvPr id="109" name=""/>
          <p:cNvSpPr/>
          <p:nvPr/>
        </p:nvSpPr>
        <p:spPr>
          <a:xfrm>
            <a:off x="609480" y="1542960"/>
            <a:ext cx="10953360" cy="456840"/>
          </a:xfrm>
          <a:prstGeom prst="rect">
            <a:avLst/>
          </a:prstGeom>
          <a:noFill/>
          <a:ln w="0">
            <a:noFill/>
          </a:ln>
        </p:spPr>
        <p:style>
          <a:lnRef idx="0"/>
          <a:fillRef idx="0"/>
          <a:effectRef idx="0"/>
          <a:fontRef idx="minor"/>
        </p:style>
        <p:txBody>
          <a:bodyPr lIns="0" tIns="0" rIns="0" bIns="0" anchor="t">
            <a:noAutofit/>
          </a:bodyPr>
          <a:p>
            <a:pPr>
              <a:lnSpc>
                <a:spcPct val="100000"/>
              </a:lnSpc>
            </a:pPr>
            <a:endParaRPr lang="es-GT" sz="1870" b="0" u="none" strike="noStrike">
              <a:solidFill>
                <a:srgbClr val="000000"/>
              </a:solidFill>
              <a:effectLst/>
              <a:uFillTx/>
              <a:latin typeface="Arial"/>
            </a:endParaRPr>
          </a:p>
        </p:txBody>
      </p:sp>
      <p:sp>
        <p:nvSpPr>
          <p:cNvPr id="106" name="Propietario"/>
          <p:cNvSpPr/>
          <p:nvPr/>
        </p:nvSpPr>
        <p:spPr>
          <a:xfrm>
            <a:off x="609480" y="2448000"/>
            <a:ext cx="2571480" cy="1104480"/>
          </a:xfrm>
          <a:prstGeom prst="rect">
            <a:avLst/>
          </a:prstGeom>
          <a:solidFill>
            <a:srgbClr val="FFFFFF"/>
          </a:solidFill>
          <a:ln w="13335">
            <a:solidFill>
              <a:srgbClr val="4F5D2F"/>
            </a:solidFill>
            <a:round/>
          </a:ln>
        </p:spPr>
        <p:style>
          <a:lnRef idx="0"/>
          <a:fillRef idx="0"/>
          <a:effectRef idx="0"/>
          <a:fontRef idx="minor"/>
        </p:style>
        <p:txBody>
          <a:bodyPr lIns="90000" tIns="45000" rIns="90000" bIns="45000" anchor="t">
            <a:noAutofit/>
          </a:bodyPr>
          <a:p>
            <a:endParaRPr lang="es-GT" sz="1800" b="0" u="none" strike="noStrike">
              <a:solidFill>
                <a:srgbClr val="000000"/>
              </a:solidFill>
              <a:effectLst/>
              <a:uFillTx/>
              <a:latin typeface="Arial"/>
            </a:endParaRPr>
          </a:p>
        </p:txBody>
      </p:sp>
      <p:sp>
        <p:nvSpPr>
          <p:cNvPr id="110" name=""/>
          <p:cNvSpPr/>
          <p:nvPr/>
        </p:nvSpPr>
        <p:spPr>
          <a:xfrm>
            <a:off x="762120" y="2590920"/>
            <a:ext cx="226656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1" u="none" strike="noStrike">
                <a:solidFill>
                  <a:srgbClr val="4F5D2F"/>
                </a:solidFill>
                <a:effectLst/>
                <a:uFillTx/>
                <a:latin typeface="Open Sans"/>
                <a:ea typeface="Open Sans"/>
              </a:rPr>
              <a:t>Propietario</a:t>
            </a:r>
            <a:endParaRPr lang="es-GT" sz="2020" b="0" u="none" strike="noStrike">
              <a:solidFill>
                <a:srgbClr val="000000"/>
              </a:solidFill>
              <a:effectLst/>
              <a:uFillTx/>
              <a:latin typeface="Arial"/>
            </a:endParaRPr>
          </a:p>
        </p:txBody>
      </p:sp>
      <p:sp>
        <p:nvSpPr>
          <p:cNvPr id="111" name=""/>
          <p:cNvSpPr/>
          <p:nvPr/>
        </p:nvSpPr>
        <p:spPr>
          <a:xfrm>
            <a:off x="762120" y="3019320"/>
            <a:ext cx="2266560" cy="49500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580" b="0" u="none" strike="noStrike">
                <a:solidFill>
                  <a:srgbClr val="423629"/>
                </a:solidFill>
                <a:effectLst/>
                <a:uFillTx/>
                <a:latin typeface="Open Sans"/>
                <a:ea typeface="Open Sans"/>
              </a:rPr>
              <a:t>Bloquea fechas</a:t>
            </a:r>
            <a:endParaRPr lang="es-GT" sz="1580" b="0" u="none" strike="noStrike">
              <a:solidFill>
                <a:srgbClr val="000000"/>
              </a:solidFill>
              <a:effectLst/>
              <a:uFillTx/>
              <a:latin typeface="Arial"/>
            </a:endParaRPr>
          </a:p>
        </p:txBody>
      </p:sp>
      <p:sp>
        <p:nvSpPr>
          <p:cNvPr id="101" name="Reserva afectada"/>
          <p:cNvSpPr/>
          <p:nvPr/>
        </p:nvSpPr>
        <p:spPr>
          <a:xfrm>
            <a:off x="4552920" y="2448000"/>
            <a:ext cx="3066840" cy="1104480"/>
          </a:xfrm>
          <a:prstGeom prst="rect">
            <a:avLst/>
          </a:prstGeom>
          <a:solidFill>
            <a:srgbClr val="FFFFFF"/>
          </a:solidFill>
          <a:ln w="13335">
            <a:solidFill>
              <a:srgbClr val="4F5D2F"/>
            </a:solidFill>
            <a:round/>
          </a:ln>
        </p:spPr>
        <p:style>
          <a:lnRef idx="0"/>
          <a:fillRef idx="0"/>
          <a:effectRef idx="0"/>
          <a:fontRef idx="minor"/>
        </p:style>
        <p:txBody>
          <a:bodyPr lIns="90000" tIns="45000" rIns="90000" bIns="45000" anchor="t">
            <a:noAutofit/>
          </a:bodyPr>
          <a:p>
            <a:endParaRPr lang="es-GT" sz="1800" b="0" u="none" strike="noStrike">
              <a:solidFill>
                <a:srgbClr val="000000"/>
              </a:solidFill>
              <a:effectLst/>
              <a:uFillTx/>
              <a:latin typeface="Arial"/>
            </a:endParaRPr>
          </a:p>
        </p:txBody>
      </p:sp>
      <p:sp>
        <p:nvSpPr>
          <p:cNvPr id="112" name=""/>
          <p:cNvSpPr/>
          <p:nvPr/>
        </p:nvSpPr>
        <p:spPr>
          <a:xfrm>
            <a:off x="4705200" y="2590920"/>
            <a:ext cx="276192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1" u="none" strike="noStrike">
                <a:solidFill>
                  <a:srgbClr val="4F5D2F"/>
                </a:solidFill>
                <a:effectLst/>
                <a:uFillTx/>
                <a:latin typeface="Open Sans"/>
                <a:ea typeface="Open Sans"/>
              </a:rPr>
              <a:t>Reserva afectada</a:t>
            </a:r>
            <a:endParaRPr lang="es-GT" sz="2020" b="0" u="none" strike="noStrike">
              <a:solidFill>
                <a:srgbClr val="000000"/>
              </a:solidFill>
              <a:effectLst/>
              <a:uFillTx/>
              <a:latin typeface="Arial"/>
            </a:endParaRPr>
          </a:p>
        </p:txBody>
      </p:sp>
      <p:sp>
        <p:nvSpPr>
          <p:cNvPr id="113" name=""/>
          <p:cNvSpPr/>
          <p:nvPr/>
        </p:nvSpPr>
        <p:spPr>
          <a:xfrm>
            <a:off x="4705200" y="3019320"/>
            <a:ext cx="2761920" cy="49500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580" b="0" u="none" strike="noStrike">
                <a:solidFill>
                  <a:srgbClr val="423629"/>
                </a:solidFill>
                <a:effectLst/>
                <a:uFillTx/>
                <a:latin typeface="Open Sans"/>
                <a:ea typeface="Open Sans"/>
              </a:rPr>
              <a:t>Aviso al huésped</a:t>
            </a:r>
            <a:endParaRPr lang="es-GT" sz="1580" b="0" u="none" strike="noStrike">
              <a:solidFill>
                <a:srgbClr val="000000"/>
              </a:solidFill>
              <a:effectLst/>
              <a:uFillTx/>
              <a:latin typeface="Arial"/>
            </a:endParaRPr>
          </a:p>
        </p:txBody>
      </p:sp>
      <p:sp>
        <p:nvSpPr>
          <p:cNvPr id="104" name="Cambiar fechas"/>
          <p:cNvSpPr/>
          <p:nvPr/>
        </p:nvSpPr>
        <p:spPr>
          <a:xfrm>
            <a:off x="8858160" y="2238480"/>
            <a:ext cx="2704680" cy="1238040"/>
          </a:xfrm>
          <a:prstGeom prst="rect">
            <a:avLst/>
          </a:prstGeom>
          <a:solidFill>
            <a:srgbClr val="FFFFFF"/>
          </a:solidFill>
          <a:ln w="13335">
            <a:solidFill>
              <a:srgbClr val="4F5D2F"/>
            </a:solidFill>
            <a:round/>
          </a:ln>
        </p:spPr>
        <p:style>
          <a:lnRef idx="0"/>
          <a:fillRef idx="0"/>
          <a:effectRef idx="0"/>
          <a:fontRef idx="minor"/>
        </p:style>
        <p:txBody>
          <a:bodyPr lIns="90000" tIns="45000" rIns="90000" bIns="45000" anchor="t">
            <a:noAutofit/>
          </a:bodyPr>
          <a:p>
            <a:endParaRPr lang="es-GT" sz="1800" b="0" u="none" strike="noStrike">
              <a:solidFill>
                <a:srgbClr val="000000"/>
              </a:solidFill>
              <a:effectLst/>
              <a:uFillTx/>
              <a:latin typeface="Arial"/>
            </a:endParaRPr>
          </a:p>
        </p:txBody>
      </p:sp>
      <p:sp>
        <p:nvSpPr>
          <p:cNvPr id="114" name=""/>
          <p:cNvSpPr/>
          <p:nvPr/>
        </p:nvSpPr>
        <p:spPr>
          <a:xfrm>
            <a:off x="9010800" y="2381400"/>
            <a:ext cx="240012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1" u="none" strike="noStrike">
                <a:solidFill>
                  <a:srgbClr val="4F5D2F"/>
                </a:solidFill>
                <a:effectLst/>
                <a:uFillTx/>
                <a:latin typeface="Open Sans"/>
                <a:ea typeface="Open Sans"/>
              </a:rPr>
              <a:t>Cambiar fechas</a:t>
            </a:r>
            <a:endParaRPr lang="es-GT" sz="2020" b="0" u="none" strike="noStrike">
              <a:solidFill>
                <a:srgbClr val="000000"/>
              </a:solidFill>
              <a:effectLst/>
              <a:uFillTx/>
              <a:latin typeface="Arial"/>
            </a:endParaRPr>
          </a:p>
        </p:txBody>
      </p:sp>
      <p:sp>
        <p:nvSpPr>
          <p:cNvPr id="115" name=""/>
          <p:cNvSpPr/>
          <p:nvPr/>
        </p:nvSpPr>
        <p:spPr>
          <a:xfrm>
            <a:off x="9010800" y="2809800"/>
            <a:ext cx="2400120" cy="62820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580" b="0" u="none" strike="noStrike">
                <a:solidFill>
                  <a:srgbClr val="423629"/>
                </a:solidFill>
                <a:effectLst/>
                <a:uFillTx/>
                <a:latin typeface="Open Sans"/>
                <a:ea typeface="Open Sans"/>
              </a:rPr>
              <a:t>Misma cabaña y noches</a:t>
            </a:r>
            <a:endParaRPr lang="es-GT" sz="1580" b="0" u="none" strike="noStrike">
              <a:solidFill>
                <a:srgbClr val="000000"/>
              </a:solidFill>
              <a:effectLst/>
              <a:uFillTx/>
              <a:latin typeface="Arial"/>
            </a:endParaRPr>
          </a:p>
        </p:txBody>
      </p:sp>
      <p:sp>
        <p:nvSpPr>
          <p:cNvPr id="102" name="Devolución total"/>
          <p:cNvSpPr/>
          <p:nvPr/>
        </p:nvSpPr>
        <p:spPr>
          <a:xfrm>
            <a:off x="8858160" y="4286160"/>
            <a:ext cx="2704680" cy="1352160"/>
          </a:xfrm>
          <a:prstGeom prst="rect">
            <a:avLst/>
          </a:prstGeom>
          <a:solidFill>
            <a:srgbClr val="FFFFFF"/>
          </a:solidFill>
          <a:ln w="13335">
            <a:solidFill>
              <a:srgbClr val="4F5D2F"/>
            </a:solidFill>
            <a:round/>
          </a:ln>
        </p:spPr>
        <p:style>
          <a:lnRef idx="0"/>
          <a:fillRef idx="0"/>
          <a:effectRef idx="0"/>
          <a:fontRef idx="minor"/>
        </p:style>
        <p:txBody>
          <a:bodyPr lIns="90000" tIns="45000" rIns="90000" bIns="45000" anchor="t">
            <a:noAutofit/>
          </a:bodyPr>
          <a:p>
            <a:endParaRPr lang="es-GT" sz="1800" b="0" u="none" strike="noStrike">
              <a:solidFill>
                <a:srgbClr val="000000"/>
              </a:solidFill>
              <a:effectLst/>
              <a:uFillTx/>
              <a:latin typeface="Arial"/>
            </a:endParaRPr>
          </a:p>
        </p:txBody>
      </p:sp>
      <p:sp>
        <p:nvSpPr>
          <p:cNvPr id="116" name=""/>
          <p:cNvSpPr/>
          <p:nvPr/>
        </p:nvSpPr>
        <p:spPr>
          <a:xfrm>
            <a:off x="9010800" y="4429080"/>
            <a:ext cx="240012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1" u="none" strike="noStrike">
                <a:solidFill>
                  <a:srgbClr val="4F5D2F"/>
                </a:solidFill>
                <a:effectLst/>
                <a:uFillTx/>
                <a:latin typeface="Open Sans"/>
                <a:ea typeface="Open Sans"/>
              </a:rPr>
              <a:t>Devolución total</a:t>
            </a:r>
            <a:endParaRPr lang="es-GT" sz="2020" b="0" u="none" strike="noStrike">
              <a:solidFill>
                <a:srgbClr val="000000"/>
              </a:solidFill>
              <a:effectLst/>
              <a:uFillTx/>
              <a:latin typeface="Arial"/>
            </a:endParaRPr>
          </a:p>
        </p:txBody>
      </p:sp>
      <p:sp>
        <p:nvSpPr>
          <p:cNvPr id="117" name=""/>
          <p:cNvSpPr/>
          <p:nvPr/>
        </p:nvSpPr>
        <p:spPr>
          <a:xfrm>
            <a:off x="9010800" y="4857840"/>
            <a:ext cx="2400120" cy="74268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580" b="0" u="none" strike="noStrike">
                <a:solidFill>
                  <a:srgbClr val="423629"/>
                </a:solidFill>
                <a:effectLst/>
                <a:uFillTx/>
                <a:latin typeface="Open Sans"/>
                <a:ea typeface="Open Sans"/>
              </a:rPr>
              <a:t>De lo pagado aún no devuelto</a:t>
            </a:r>
            <a:endParaRPr lang="es-GT" sz="1580" b="0" u="none" strike="noStrike">
              <a:solidFill>
                <a:srgbClr val="000000"/>
              </a:solidFill>
              <a:effectLst/>
              <a:uFillTx/>
              <a:latin typeface="Arial"/>
            </a:endParaRPr>
          </a:p>
        </p:txBody>
      </p:sp>
      <p:sp>
        <p:nvSpPr>
          <p:cNvPr id="118" name=""/>
          <p:cNvSpPr/>
          <p:nvPr/>
        </p:nvSpPr>
        <p:spPr>
          <a:xfrm>
            <a:off x="4552920" y="3981600"/>
            <a:ext cx="3333240" cy="95220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1" u="none" strike="noStrike">
                <a:solidFill>
                  <a:srgbClr val="4F5D2F"/>
                </a:solidFill>
                <a:effectLst/>
                <a:uFillTx/>
                <a:latin typeface="Open Sans"/>
                <a:ea typeface="Open Sans"/>
              </a:rPr>
              <a:t>Se conservan el total</a:t>
            </a:r>
            <a:endParaRPr lang="es-GT" sz="2020" b="0" u="none" strike="noStrike">
              <a:solidFill>
                <a:srgbClr val="000000"/>
              </a:solidFill>
              <a:effectLst/>
              <a:uFillTx/>
              <a:latin typeface="Arial"/>
            </a:endParaRPr>
          </a:p>
          <a:p>
            <a:pPr>
              <a:lnSpc>
                <a:spcPct val="100000"/>
              </a:lnSpc>
            </a:pPr>
            <a:r>
              <a:rPr lang="es-GT" sz="2020" b="1" u="none" strike="noStrike">
                <a:solidFill>
                  <a:srgbClr val="4F5D2F"/>
                </a:solidFill>
                <a:effectLst/>
                <a:uFillTx/>
                <a:latin typeface="Open Sans"/>
                <a:ea typeface="Open Sans"/>
              </a:rPr>
              <a:t>y los pagos originales</a:t>
            </a:r>
            <a:endParaRPr lang="es-GT" sz="2020" b="0" u="none" strike="noStrike">
              <a:solidFill>
                <a:srgbClr val="000000"/>
              </a:solidFill>
              <a:effectLst/>
              <a:uFillTx/>
              <a:latin typeface="Arial"/>
            </a:endParaRPr>
          </a:p>
        </p:txBody>
      </p:sp>
      <p:sp>
        <p:nvSpPr>
          <p:cNvPr id="119" name=""/>
          <p:cNvSpPr/>
          <p:nvPr/>
        </p:nvSpPr>
        <p:spPr>
          <a:xfrm>
            <a:off x="609480" y="5381640"/>
            <a:ext cx="7381440" cy="8377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0" u="none" strike="noStrike">
                <a:solidFill>
                  <a:srgbClr val="423629"/>
                </a:solidFill>
                <a:effectLst/>
                <a:uFillTx/>
                <a:latin typeface="Open Sans"/>
                <a:ea typeface="Open Sans"/>
              </a:rPr>
              <a:t>El propietario puede cancelar el mantenimiento.</a:t>
            </a:r>
            <a:endParaRPr lang="es-GT" sz="2020" b="0" u="none" strike="noStrike">
              <a:solidFill>
                <a:srgbClr val="000000"/>
              </a:solidFill>
              <a:effectLst/>
              <a:uFillTx/>
              <a:latin typeface="Arial"/>
            </a:endParaRPr>
          </a:p>
          <a:p>
            <a:pPr>
              <a:lnSpc>
                <a:spcPct val="100000"/>
              </a:lnSpc>
            </a:pPr>
            <a:r>
              <a:rPr lang="es-GT" sz="2020" b="0" u="none" strike="noStrike">
                <a:solidFill>
                  <a:srgbClr val="423629"/>
                </a:solidFill>
                <a:effectLst/>
                <a:uFillTx/>
                <a:latin typeface="Open Sans"/>
                <a:ea typeface="Open Sans"/>
              </a:rPr>
              <a:t>Se conserva el historial de las decisiones.</a:t>
            </a:r>
            <a:endParaRPr lang="es-GT" sz="20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E6D2"/>
        </a:solidFill>
      </p:bgPr>
    </p:bg>
    <p:spTree>
      <p:nvGrpSpPr>
        <p:cNvPr id="1" name=""/>
        <p:cNvGrpSpPr/>
        <p:nvPr/>
      </p:nvGrpSpPr>
      <p:grpSpPr>
        <a:xfrm>
          <a:off x="0" y="0"/>
          <a:ext cx="0" cy="0"/>
          <a:chOff x="0" y="0"/>
          <a:chExt cx="0" cy="0"/>
        </a:xfrm>
      </p:grpSpPr>
      <p:sp>
        <p:nvSpPr>
          <p:cNvPr id="120" name="Título 6"/>
          <p:cNvSpPr/>
          <p:nvPr/>
        </p:nvSpPr>
        <p:spPr>
          <a:xfrm>
            <a:off x="609480" y="495360"/>
            <a:ext cx="10972440" cy="8377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3230" b="1" u="none" strike="noStrike">
                <a:solidFill>
                  <a:srgbClr val="4F5D2F"/>
                </a:solidFill>
                <a:effectLst/>
                <a:uFillTx/>
                <a:latin typeface="Open Sans"/>
                <a:ea typeface="Open Sans"/>
              </a:rPr>
              <a:t>Demo: comprobar el recorrido completo</a:t>
            </a:r>
            <a:endParaRPr lang="es-GT" sz="3230" b="0" u="none" strike="noStrike">
              <a:solidFill>
                <a:srgbClr val="000000"/>
              </a:solidFill>
              <a:effectLst/>
              <a:uFillTx/>
              <a:latin typeface="Arial"/>
            </a:endParaRPr>
          </a:p>
        </p:txBody>
      </p:sp>
      <p:sp>
        <p:nvSpPr>
          <p:cNvPr id="121" name=""/>
          <p:cNvSpPr/>
          <p:nvPr/>
        </p:nvSpPr>
        <p:spPr>
          <a:xfrm>
            <a:off x="609480" y="6429240"/>
            <a:ext cx="10972440" cy="209160"/>
          </a:xfrm>
          <a:prstGeom prst="rect">
            <a:avLst/>
          </a:prstGeom>
          <a:noFill/>
          <a:ln w="0">
            <a:noFill/>
          </a:ln>
        </p:spPr>
        <p:style>
          <a:lnRef idx="0"/>
          <a:fillRef idx="0"/>
          <a:effectRef idx="0"/>
          <a:fontRef idx="minor"/>
        </p:style>
        <p:txBody>
          <a:bodyPr lIns="0" tIns="0" rIns="0" bIns="0" anchor="t">
            <a:noAutofit/>
          </a:bodyPr>
          <a:p>
            <a:pPr>
              <a:lnSpc>
                <a:spcPct val="100000"/>
              </a:lnSpc>
            </a:pPr>
            <a:endParaRPr lang="es-GT" sz="1200" b="0" u="none" strike="noStrike">
              <a:solidFill>
                <a:srgbClr val="000000"/>
              </a:solidFill>
              <a:effectLst/>
              <a:uFillTx/>
              <a:latin typeface="Arial"/>
            </a:endParaRPr>
          </a:p>
        </p:txBody>
      </p:sp>
      <p:sp>
        <p:nvSpPr>
          <p:cNvPr id="122" name=""/>
          <p:cNvSpPr/>
          <p:nvPr/>
        </p:nvSpPr>
        <p:spPr>
          <a:xfrm>
            <a:off x="609480" y="1571760"/>
            <a:ext cx="10858320" cy="533160"/>
          </a:xfrm>
          <a:prstGeom prst="rect">
            <a:avLst/>
          </a:prstGeom>
          <a:noFill/>
          <a:ln w="0">
            <a:noFill/>
          </a:ln>
        </p:spPr>
        <p:style>
          <a:lnRef idx="0"/>
          <a:fillRef idx="0"/>
          <a:effectRef idx="0"/>
          <a:fontRef idx="minor"/>
        </p:style>
        <p:txBody>
          <a:bodyPr lIns="0" tIns="0" rIns="0" bIns="0" anchor="t">
            <a:noAutofit/>
          </a:bodyPr>
          <a:p>
            <a:pPr>
              <a:lnSpc>
                <a:spcPct val="100000"/>
              </a:lnSpc>
            </a:pPr>
            <a:endParaRPr lang="es-GT" sz="2400" b="0" u="none" strike="noStrike">
              <a:solidFill>
                <a:srgbClr val="000000"/>
              </a:solidFill>
              <a:effectLst/>
              <a:uFillTx/>
              <a:latin typeface="Arial"/>
            </a:endParaRPr>
          </a:p>
        </p:txBody>
      </p:sp>
      <p:sp>
        <p:nvSpPr>
          <p:cNvPr id="123" name=""/>
          <p:cNvSpPr/>
          <p:nvPr/>
        </p:nvSpPr>
        <p:spPr>
          <a:xfrm>
            <a:off x="609480" y="2619360"/>
            <a:ext cx="3142800" cy="85680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4950" b="1" u="none" strike="noStrike">
                <a:solidFill>
                  <a:srgbClr val="4F5D2F"/>
                </a:solidFill>
                <a:effectLst/>
                <a:uFillTx/>
                <a:latin typeface="Open Sans"/>
                <a:ea typeface="Open Sans"/>
              </a:rPr>
              <a:t>01</a:t>
            </a:r>
            <a:endParaRPr lang="es-GT" sz="4950" b="0" u="none" strike="noStrike">
              <a:solidFill>
                <a:srgbClr val="000000"/>
              </a:solidFill>
              <a:effectLst/>
              <a:uFillTx/>
              <a:latin typeface="Arial"/>
            </a:endParaRPr>
          </a:p>
        </p:txBody>
      </p:sp>
      <p:sp>
        <p:nvSpPr>
          <p:cNvPr id="124" name=""/>
          <p:cNvSpPr/>
          <p:nvPr/>
        </p:nvSpPr>
        <p:spPr>
          <a:xfrm>
            <a:off x="609480" y="3743280"/>
            <a:ext cx="3333240" cy="50436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170" b="1" u="none" strike="noStrike">
                <a:solidFill>
                  <a:srgbClr val="4F5D2F"/>
                </a:solidFill>
                <a:effectLst/>
                <a:uFillTx/>
                <a:latin typeface="Open Sans"/>
                <a:ea typeface="Open Sans"/>
              </a:rPr>
              <a:t>Reservar y pagar</a:t>
            </a:r>
            <a:endParaRPr lang="es-GT" sz="2170" b="0" u="none" strike="noStrike">
              <a:solidFill>
                <a:srgbClr val="000000"/>
              </a:solidFill>
              <a:effectLst/>
              <a:uFillTx/>
              <a:latin typeface="Arial"/>
            </a:endParaRPr>
          </a:p>
        </p:txBody>
      </p:sp>
      <p:sp>
        <p:nvSpPr>
          <p:cNvPr id="125" name=""/>
          <p:cNvSpPr/>
          <p:nvPr/>
        </p:nvSpPr>
        <p:spPr>
          <a:xfrm>
            <a:off x="609480" y="4457880"/>
            <a:ext cx="3333240" cy="13903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870" b="0" u="none" strike="noStrike">
                <a:solidFill>
                  <a:srgbClr val="423629"/>
                </a:solidFill>
                <a:effectLst/>
                <a:uFillTx/>
                <a:latin typeface="Open Sans"/>
                <a:ea typeface="Open Sans"/>
              </a:rPr>
              <a:t>Cabaña y fechas</a:t>
            </a:r>
            <a:endParaRPr lang="es-GT" sz="1870" b="0" u="none" strike="noStrike">
              <a:solidFill>
                <a:srgbClr val="000000"/>
              </a:solidFill>
              <a:effectLst/>
              <a:uFillTx/>
              <a:latin typeface="Arial"/>
            </a:endParaRPr>
          </a:p>
          <a:p>
            <a:pPr>
              <a:lnSpc>
                <a:spcPct val="100000"/>
              </a:lnSpc>
            </a:pPr>
            <a:r>
              <a:rPr lang="es-GT" sz="1870" b="0" u="none" strike="noStrike">
                <a:solidFill>
                  <a:srgbClr val="423629"/>
                </a:solidFill>
                <a:effectLst/>
                <a:uFillTx/>
                <a:latin typeface="Open Sans"/>
                <a:ea typeface="Open Sans"/>
              </a:rPr>
              <a:t>Anticipo confirmado</a:t>
            </a:r>
            <a:endParaRPr lang="es-GT" sz="1870" b="0" u="none" strike="noStrike">
              <a:solidFill>
                <a:srgbClr val="000000"/>
              </a:solidFill>
              <a:effectLst/>
              <a:uFillTx/>
              <a:latin typeface="Arial"/>
            </a:endParaRPr>
          </a:p>
          <a:p>
            <a:pPr>
              <a:lnSpc>
                <a:spcPct val="100000"/>
              </a:lnSpc>
            </a:pPr>
            <a:r>
              <a:rPr lang="es-GT" sz="1870" b="0" u="none" strike="noStrike">
                <a:solidFill>
                  <a:srgbClr val="423629"/>
                </a:solidFill>
                <a:effectLst/>
                <a:uFillTx/>
                <a:latin typeface="Open Sans"/>
                <a:ea typeface="Open Sans"/>
              </a:rPr>
              <a:t>Abono y saldo actualizado</a:t>
            </a:r>
            <a:endParaRPr lang="es-GT" sz="1870" b="0" u="none" strike="noStrike">
              <a:solidFill>
                <a:srgbClr val="000000"/>
              </a:solidFill>
              <a:effectLst/>
              <a:uFillTx/>
              <a:latin typeface="Arial"/>
            </a:endParaRPr>
          </a:p>
        </p:txBody>
      </p:sp>
      <p:sp>
        <p:nvSpPr>
          <p:cNvPr id="126" name=""/>
          <p:cNvSpPr/>
          <p:nvPr/>
        </p:nvSpPr>
        <p:spPr>
          <a:xfrm>
            <a:off x="4381560" y="2619360"/>
            <a:ext cx="3142800" cy="85680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4950" b="1" u="none" strike="noStrike">
                <a:solidFill>
                  <a:srgbClr val="4F5D2F"/>
                </a:solidFill>
                <a:effectLst/>
                <a:uFillTx/>
                <a:latin typeface="Open Sans"/>
                <a:ea typeface="Open Sans"/>
              </a:rPr>
              <a:t>02</a:t>
            </a:r>
            <a:endParaRPr lang="es-GT" sz="4950" b="0" u="none" strike="noStrike">
              <a:solidFill>
                <a:srgbClr val="000000"/>
              </a:solidFill>
              <a:effectLst/>
              <a:uFillTx/>
              <a:latin typeface="Arial"/>
            </a:endParaRPr>
          </a:p>
        </p:txBody>
      </p:sp>
      <p:sp>
        <p:nvSpPr>
          <p:cNvPr id="127" name=""/>
          <p:cNvSpPr/>
          <p:nvPr/>
        </p:nvSpPr>
        <p:spPr>
          <a:xfrm>
            <a:off x="4381560" y="3743280"/>
            <a:ext cx="3333240" cy="50436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170" b="1" u="none" strike="noStrike">
                <a:solidFill>
                  <a:srgbClr val="4F5D2F"/>
                </a:solidFill>
                <a:effectLst/>
                <a:uFillTx/>
                <a:latin typeface="Open Sans"/>
                <a:ea typeface="Open Sans"/>
              </a:rPr>
              <a:t>Registrar estadía</a:t>
            </a:r>
            <a:endParaRPr lang="es-GT" sz="2170" b="0" u="none" strike="noStrike">
              <a:solidFill>
                <a:srgbClr val="000000"/>
              </a:solidFill>
              <a:effectLst/>
              <a:uFillTx/>
              <a:latin typeface="Arial"/>
            </a:endParaRPr>
          </a:p>
        </p:txBody>
      </p:sp>
      <p:sp>
        <p:nvSpPr>
          <p:cNvPr id="128" name=""/>
          <p:cNvSpPr/>
          <p:nvPr/>
        </p:nvSpPr>
        <p:spPr>
          <a:xfrm>
            <a:off x="4381560" y="4457880"/>
            <a:ext cx="3333240" cy="13903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870" b="0" u="none" strike="noStrike">
                <a:solidFill>
                  <a:srgbClr val="423629"/>
                </a:solidFill>
                <a:effectLst/>
                <a:uFillTx/>
                <a:latin typeface="Open Sans"/>
                <a:ea typeface="Open Sans"/>
              </a:rPr>
              <a:t>Reserva apta para hoy</a:t>
            </a:r>
            <a:endParaRPr lang="es-GT" sz="1870" b="0" u="none" strike="noStrike">
              <a:solidFill>
                <a:srgbClr val="000000"/>
              </a:solidFill>
              <a:effectLst/>
              <a:uFillTx/>
              <a:latin typeface="Arial"/>
            </a:endParaRPr>
          </a:p>
          <a:p>
            <a:pPr>
              <a:lnSpc>
                <a:spcPct val="100000"/>
              </a:lnSpc>
            </a:pPr>
            <a:r>
              <a:rPr lang="es-GT" sz="1870" b="0" u="none" strike="noStrike">
                <a:solidFill>
                  <a:srgbClr val="423629"/>
                </a:solidFill>
                <a:effectLst/>
                <a:uFillTx/>
                <a:latin typeface="Open Sans"/>
                <a:ea typeface="Open Sans"/>
              </a:rPr>
              <a:t>Check-in con pago completo</a:t>
            </a:r>
            <a:endParaRPr lang="es-GT" sz="1870" b="0" u="none" strike="noStrike">
              <a:solidFill>
                <a:srgbClr val="000000"/>
              </a:solidFill>
              <a:effectLst/>
              <a:uFillTx/>
              <a:latin typeface="Arial"/>
            </a:endParaRPr>
          </a:p>
          <a:p>
            <a:pPr>
              <a:lnSpc>
                <a:spcPct val="100000"/>
              </a:lnSpc>
            </a:pPr>
            <a:r>
              <a:rPr lang="es-GT" sz="1870" b="0" u="none" strike="noStrike">
                <a:solidFill>
                  <a:srgbClr val="423629"/>
                </a:solidFill>
                <a:effectLst/>
                <a:uFillTx/>
                <a:latin typeface="Open Sans"/>
                <a:ea typeface="Open Sans"/>
              </a:rPr>
              <a:t>Check-out y marcas de tiempo</a:t>
            </a:r>
            <a:endParaRPr lang="es-GT" sz="1870" b="0" u="none" strike="noStrike">
              <a:solidFill>
                <a:srgbClr val="000000"/>
              </a:solidFill>
              <a:effectLst/>
              <a:uFillTx/>
              <a:latin typeface="Arial"/>
            </a:endParaRPr>
          </a:p>
        </p:txBody>
      </p:sp>
      <p:sp>
        <p:nvSpPr>
          <p:cNvPr id="129" name=""/>
          <p:cNvSpPr/>
          <p:nvPr/>
        </p:nvSpPr>
        <p:spPr>
          <a:xfrm>
            <a:off x="8153280" y="2619360"/>
            <a:ext cx="3142800" cy="85680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4950" b="1" u="none" strike="noStrike">
                <a:solidFill>
                  <a:srgbClr val="4F5D2F"/>
                </a:solidFill>
                <a:effectLst/>
                <a:uFillTx/>
                <a:latin typeface="Open Sans"/>
                <a:ea typeface="Open Sans"/>
              </a:rPr>
              <a:t>03</a:t>
            </a:r>
            <a:endParaRPr lang="es-GT" sz="4950" b="0" u="none" strike="noStrike">
              <a:solidFill>
                <a:srgbClr val="000000"/>
              </a:solidFill>
              <a:effectLst/>
              <a:uFillTx/>
              <a:latin typeface="Arial"/>
            </a:endParaRPr>
          </a:p>
        </p:txBody>
      </p:sp>
      <p:sp>
        <p:nvSpPr>
          <p:cNvPr id="130" name=""/>
          <p:cNvSpPr/>
          <p:nvPr/>
        </p:nvSpPr>
        <p:spPr>
          <a:xfrm>
            <a:off x="8153280" y="3743280"/>
            <a:ext cx="3333240" cy="50436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170" b="1" u="none" strike="noStrike">
                <a:solidFill>
                  <a:srgbClr val="4F5D2F"/>
                </a:solidFill>
                <a:effectLst/>
                <a:uFillTx/>
                <a:latin typeface="Open Sans"/>
                <a:ea typeface="Open Sans"/>
              </a:rPr>
              <a:t>Consultar resultados</a:t>
            </a:r>
            <a:endParaRPr lang="es-GT" sz="2170" b="0" u="none" strike="noStrike">
              <a:solidFill>
                <a:srgbClr val="000000"/>
              </a:solidFill>
              <a:effectLst/>
              <a:uFillTx/>
              <a:latin typeface="Arial"/>
            </a:endParaRPr>
          </a:p>
        </p:txBody>
      </p:sp>
      <p:sp>
        <p:nvSpPr>
          <p:cNvPr id="131" name=""/>
          <p:cNvSpPr/>
          <p:nvPr/>
        </p:nvSpPr>
        <p:spPr>
          <a:xfrm>
            <a:off x="8153280" y="4457880"/>
            <a:ext cx="3333240" cy="13903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1870" b="0" u="none" strike="noStrike">
                <a:solidFill>
                  <a:srgbClr val="423629"/>
                </a:solidFill>
                <a:effectLst/>
                <a:uFillTx/>
                <a:latin typeface="Open Sans"/>
                <a:ea typeface="Open Sans"/>
              </a:rPr>
              <a:t>Movimientos y reportes</a:t>
            </a:r>
            <a:endParaRPr lang="es-GT" sz="1870" b="0" u="none" strike="noStrike">
              <a:solidFill>
                <a:srgbClr val="000000"/>
              </a:solidFill>
              <a:effectLst/>
              <a:uFillTx/>
              <a:latin typeface="Arial"/>
            </a:endParaRPr>
          </a:p>
          <a:p>
            <a:pPr>
              <a:lnSpc>
                <a:spcPct val="100000"/>
              </a:lnSpc>
            </a:pPr>
            <a:r>
              <a:rPr lang="es-GT" sz="1870" b="0" u="none" strike="noStrike">
                <a:solidFill>
                  <a:srgbClr val="423629"/>
                </a:solidFill>
                <a:effectLst/>
                <a:uFillTx/>
                <a:latin typeface="Open Sans"/>
                <a:ea typeface="Open Sans"/>
              </a:rPr>
              <a:t>Aviso de mantenimiento*</a:t>
            </a:r>
            <a:endParaRPr lang="es-GT" sz="1870" b="0" u="none" strike="noStrike">
              <a:solidFill>
                <a:srgbClr val="000000"/>
              </a:solidFill>
              <a:effectLst/>
              <a:uFillTx/>
              <a:latin typeface="Arial"/>
            </a:endParaRPr>
          </a:p>
          <a:p>
            <a:pPr>
              <a:lnSpc>
                <a:spcPct val="100000"/>
              </a:lnSpc>
            </a:pPr>
            <a:r>
              <a:rPr lang="es-GT" sz="1870" b="0" u="none" strike="noStrike">
                <a:solidFill>
                  <a:srgbClr val="423629"/>
                </a:solidFill>
                <a:effectLst/>
                <a:uFillTx/>
                <a:latin typeface="Open Sans"/>
                <a:ea typeface="Open Sans"/>
              </a:rPr>
              <a:t>Decisión del huésped*</a:t>
            </a:r>
            <a:endParaRPr lang="es-GT" sz="1870" b="0" u="none" strike="noStrike">
              <a:solidFill>
                <a:srgbClr val="000000"/>
              </a:solidFill>
              <a:effectLst/>
              <a:uFillTx/>
              <a:latin typeface="Arial"/>
            </a:endParaRPr>
          </a:p>
        </p:txBody>
      </p:sp>
      <p:sp>
        <p:nvSpPr>
          <p:cNvPr id="132" name=""/>
          <p:cNvSpPr/>
          <p:nvPr/>
        </p:nvSpPr>
        <p:spPr>
          <a:xfrm>
            <a:off x="609480" y="5962680"/>
            <a:ext cx="10972440" cy="304560"/>
          </a:xfrm>
          <a:prstGeom prst="rect">
            <a:avLst/>
          </a:prstGeom>
          <a:noFill/>
          <a:ln w="0">
            <a:noFill/>
          </a:ln>
        </p:spPr>
        <p:style>
          <a:lnRef idx="0"/>
          <a:fillRef idx="0"/>
          <a:effectRef idx="0"/>
          <a:fontRef idx="minor"/>
        </p:style>
        <p:txBody>
          <a:bodyPr lIns="0" tIns="0" rIns="0" bIns="0" anchor="t">
            <a:noAutofit/>
          </a:bodyPr>
          <a:p>
            <a:pPr>
              <a:lnSpc>
                <a:spcPct val="100000"/>
              </a:lnSpc>
            </a:pPr>
            <a:endParaRPr lang="es-GT"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E6D2"/>
        </a:solidFill>
      </p:bgPr>
    </p:bg>
    <p:spTree>
      <p:nvGrpSpPr>
        <p:cNvPr id="1" name=""/>
        <p:cNvGrpSpPr/>
        <p:nvPr/>
      </p:nvGrpSpPr>
      <p:grpSpPr>
        <a:xfrm>
          <a:off x="0" y="0"/>
          <a:ext cx="0" cy="0"/>
          <a:chOff x="0" y="0"/>
          <a:chExt cx="0" cy="0"/>
        </a:xfrm>
      </p:grpSpPr>
      <p:sp>
        <p:nvSpPr>
          <p:cNvPr id="133" name="Título 7"/>
          <p:cNvSpPr/>
          <p:nvPr/>
        </p:nvSpPr>
        <p:spPr>
          <a:xfrm>
            <a:off x="609480" y="495360"/>
            <a:ext cx="10972440" cy="8377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3230" b="1" u="none" strike="noStrike">
                <a:solidFill>
                  <a:srgbClr val="4F5D2F"/>
                </a:solidFill>
                <a:effectLst/>
                <a:uFillTx/>
                <a:latin typeface="Open Sans"/>
                <a:ea typeface="Open Sans"/>
              </a:rPr>
              <a:t>La entrega se identifica por su versión</a:t>
            </a:r>
            <a:endParaRPr lang="es-GT" sz="3230" b="0" u="none" strike="noStrike">
              <a:solidFill>
                <a:srgbClr val="000000"/>
              </a:solidFill>
              <a:effectLst/>
              <a:uFillTx/>
              <a:latin typeface="Arial"/>
            </a:endParaRPr>
          </a:p>
        </p:txBody>
      </p:sp>
      <p:sp>
        <p:nvSpPr>
          <p:cNvPr id="134" name=""/>
          <p:cNvSpPr/>
          <p:nvPr/>
        </p:nvSpPr>
        <p:spPr>
          <a:xfrm>
            <a:off x="609480" y="6429240"/>
            <a:ext cx="10972440" cy="209160"/>
          </a:xfrm>
          <a:prstGeom prst="rect">
            <a:avLst/>
          </a:prstGeom>
          <a:noFill/>
          <a:ln w="0">
            <a:noFill/>
          </a:ln>
        </p:spPr>
        <p:style>
          <a:lnRef idx="0"/>
          <a:fillRef idx="0"/>
          <a:effectRef idx="0"/>
          <a:fontRef idx="minor"/>
        </p:style>
        <p:txBody>
          <a:bodyPr lIns="0" tIns="0" rIns="0" bIns="0" anchor="t">
            <a:noAutofit/>
          </a:bodyPr>
          <a:p>
            <a:pPr>
              <a:lnSpc>
                <a:spcPct val="100000"/>
              </a:lnSpc>
            </a:pPr>
            <a:endParaRPr lang="es-GT" sz="1200" b="0" u="none" strike="noStrike">
              <a:solidFill>
                <a:srgbClr val="000000"/>
              </a:solidFill>
              <a:effectLst/>
              <a:uFillTx/>
              <a:latin typeface="Arial"/>
            </a:endParaRPr>
          </a:p>
        </p:txBody>
      </p:sp>
      <p:sp>
        <p:nvSpPr>
          <p:cNvPr id="135" name=""/>
          <p:cNvSpPr/>
          <p:nvPr/>
        </p:nvSpPr>
        <p:spPr>
          <a:xfrm>
            <a:off x="609480" y="1609560"/>
            <a:ext cx="10934280" cy="55224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320" b="0" u="none" strike="noStrike">
                <a:solidFill>
                  <a:srgbClr val="423629"/>
                </a:solidFill>
                <a:effectLst/>
                <a:uFillTx/>
                <a:latin typeface="Open Sans"/>
                <a:ea typeface="Open Sans"/>
              </a:rPr>
              <a:t>Issue, PR, commit y ejecución del pipeline</a:t>
            </a:r>
            <a:endParaRPr lang="es-GT" sz="2320" b="0" u="none" strike="noStrike">
              <a:solidFill>
                <a:srgbClr val="000000"/>
              </a:solidFill>
              <a:effectLst/>
              <a:uFillTx/>
              <a:latin typeface="Arial"/>
            </a:endParaRPr>
          </a:p>
        </p:txBody>
      </p:sp>
      <p:sp>
        <p:nvSpPr>
          <p:cNvPr id="136" name=""/>
          <p:cNvSpPr/>
          <p:nvPr/>
        </p:nvSpPr>
        <p:spPr>
          <a:xfrm>
            <a:off x="609480" y="2714760"/>
            <a:ext cx="3142800" cy="49500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100" b="1" u="none" strike="noStrike">
                <a:solidFill>
                  <a:srgbClr val="4F5D2F"/>
                </a:solidFill>
                <a:effectLst/>
                <a:uFillTx/>
                <a:latin typeface="Open Sans"/>
                <a:ea typeface="Open Sans"/>
              </a:rPr>
              <a:t>PR y revisión</a:t>
            </a:r>
            <a:endParaRPr lang="es-GT" sz="2100" b="0" u="none" strike="noStrike">
              <a:solidFill>
                <a:srgbClr val="000000"/>
              </a:solidFill>
              <a:effectLst/>
              <a:uFillTx/>
              <a:latin typeface="Arial"/>
            </a:endParaRPr>
          </a:p>
        </p:txBody>
      </p:sp>
      <p:sp>
        <p:nvSpPr>
          <p:cNvPr id="137" name=""/>
          <p:cNvSpPr/>
          <p:nvPr/>
        </p:nvSpPr>
        <p:spPr>
          <a:xfrm>
            <a:off x="4286160" y="2714760"/>
            <a:ext cx="7191000" cy="72360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0" u="none" strike="noStrike">
                <a:solidFill>
                  <a:srgbClr val="423629"/>
                </a:solidFill>
                <a:effectLst/>
                <a:uFillTx/>
                <a:latin typeface="Open Sans"/>
                <a:ea typeface="Open Sans"/>
              </a:rPr>
              <a:t>Pruebas Go, Angular y Swagger</a:t>
            </a:r>
            <a:endParaRPr lang="es-GT" sz="2020" b="0" u="none" strike="noStrike">
              <a:solidFill>
                <a:srgbClr val="000000"/>
              </a:solidFill>
              <a:effectLst/>
              <a:uFillTx/>
              <a:latin typeface="Arial"/>
            </a:endParaRPr>
          </a:p>
        </p:txBody>
      </p:sp>
      <p:sp>
        <p:nvSpPr>
          <p:cNvPr id="138" name=""/>
          <p:cNvSpPr/>
          <p:nvPr/>
        </p:nvSpPr>
        <p:spPr>
          <a:xfrm>
            <a:off x="609480" y="3695760"/>
            <a:ext cx="3142800" cy="49500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100" b="1" u="none" strike="noStrike">
                <a:solidFill>
                  <a:srgbClr val="4F5D2F"/>
                </a:solidFill>
                <a:effectLst/>
                <a:uFillTx/>
                <a:latin typeface="Open Sans"/>
                <a:ea typeface="Open Sans"/>
              </a:rPr>
              <a:t>Push a main</a:t>
            </a:r>
            <a:endParaRPr lang="es-GT" sz="2100" b="0" u="none" strike="noStrike">
              <a:solidFill>
                <a:srgbClr val="000000"/>
              </a:solidFill>
              <a:effectLst/>
              <a:uFillTx/>
              <a:latin typeface="Arial"/>
            </a:endParaRPr>
          </a:p>
        </p:txBody>
      </p:sp>
      <p:sp>
        <p:nvSpPr>
          <p:cNvPr id="139" name=""/>
          <p:cNvSpPr/>
          <p:nvPr/>
        </p:nvSpPr>
        <p:spPr>
          <a:xfrm>
            <a:off x="4286160" y="3695760"/>
            <a:ext cx="7191000" cy="72360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0" u="none" strike="noStrike">
                <a:solidFill>
                  <a:srgbClr val="423629"/>
                </a:solidFill>
                <a:effectLst/>
                <a:uFillTx/>
                <a:latin typeface="Open Sans"/>
                <a:ea typeface="Open Sans"/>
              </a:rPr>
              <a:t>Construcción de imágenes y despliegue a Azure</a:t>
            </a:r>
            <a:endParaRPr lang="es-GT" sz="2020" b="0" u="none" strike="noStrike">
              <a:solidFill>
                <a:srgbClr val="000000"/>
              </a:solidFill>
              <a:effectLst/>
              <a:uFillTx/>
              <a:latin typeface="Arial"/>
            </a:endParaRPr>
          </a:p>
        </p:txBody>
      </p:sp>
      <p:sp>
        <p:nvSpPr>
          <p:cNvPr id="140" name=""/>
          <p:cNvSpPr/>
          <p:nvPr/>
        </p:nvSpPr>
        <p:spPr>
          <a:xfrm>
            <a:off x="609480" y="4676760"/>
            <a:ext cx="3142800" cy="49500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100" b="1" u="none" strike="noStrike">
                <a:solidFill>
                  <a:srgbClr val="4F5D2F"/>
                </a:solidFill>
                <a:effectLst/>
                <a:uFillTx/>
                <a:latin typeface="Open Sans"/>
                <a:ea typeface="Open Sans"/>
              </a:rPr>
              <a:t>CD de la base</a:t>
            </a:r>
            <a:endParaRPr lang="es-GT" sz="2100" b="0" u="none" strike="noStrike">
              <a:solidFill>
                <a:srgbClr val="000000"/>
              </a:solidFill>
              <a:effectLst/>
              <a:uFillTx/>
              <a:latin typeface="Arial"/>
            </a:endParaRPr>
          </a:p>
        </p:txBody>
      </p:sp>
      <p:sp>
        <p:nvSpPr>
          <p:cNvPr id="141" name=""/>
          <p:cNvSpPr/>
          <p:nvPr/>
        </p:nvSpPr>
        <p:spPr>
          <a:xfrm>
            <a:off x="4286160" y="4676760"/>
            <a:ext cx="7191000" cy="72360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020" b="0" u="none" strike="noStrike">
                <a:solidFill>
                  <a:srgbClr val="423629"/>
                </a:solidFill>
                <a:effectLst/>
                <a:uFillTx/>
                <a:latin typeface="Open Sans"/>
                <a:ea typeface="Open Sans"/>
              </a:rPr>
              <a:t>Ejecución correcta, 29 de octubre</a:t>
            </a:r>
            <a:endParaRPr lang="es-GT" sz="2020" b="0" u="none" strike="noStrike">
              <a:solidFill>
                <a:srgbClr val="000000"/>
              </a:solidFill>
              <a:effectLst/>
              <a:uFillTx/>
              <a:latin typeface="Arial"/>
            </a:endParaRPr>
          </a:p>
        </p:txBody>
      </p:sp>
      <p:sp>
        <p:nvSpPr>
          <p:cNvPr id="142" name=""/>
          <p:cNvSpPr/>
          <p:nvPr/>
        </p:nvSpPr>
        <p:spPr>
          <a:xfrm>
            <a:off x="609480" y="5715000"/>
            <a:ext cx="10953360" cy="618840"/>
          </a:xfrm>
          <a:prstGeom prst="rect">
            <a:avLst/>
          </a:prstGeom>
          <a:noFill/>
          <a:ln w="0">
            <a:noFill/>
          </a:ln>
        </p:spPr>
        <p:style>
          <a:lnRef idx="0"/>
          <a:fillRef idx="0"/>
          <a:effectRef idx="0"/>
          <a:fontRef idx="minor"/>
        </p:style>
        <p:txBody>
          <a:bodyPr lIns="0" tIns="0" rIns="0" bIns="0" anchor="t">
            <a:noAutofit/>
          </a:bodyPr>
          <a:p>
            <a:pPr>
              <a:lnSpc>
                <a:spcPct val="100000"/>
              </a:lnSpc>
            </a:pPr>
            <a:endParaRPr lang="es-GT" sz="1729"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E6D2"/>
        </a:solidFill>
      </p:bgPr>
    </p:bg>
    <p:spTree>
      <p:nvGrpSpPr>
        <p:cNvPr id="1" name=""/>
        <p:cNvGrpSpPr/>
        <p:nvPr/>
      </p:nvGrpSpPr>
      <p:grpSpPr>
        <a:xfrm>
          <a:off x="0" y="0"/>
          <a:ext cx="0" cy="0"/>
          <a:chOff x="0" y="0"/>
          <a:chExt cx="0" cy="0"/>
        </a:xfrm>
      </p:grpSpPr>
      <p:sp>
        <p:nvSpPr>
          <p:cNvPr id="143" name="Título 8"/>
          <p:cNvSpPr/>
          <p:nvPr/>
        </p:nvSpPr>
        <p:spPr>
          <a:xfrm>
            <a:off x="609480" y="495360"/>
            <a:ext cx="10972440" cy="83772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3230" b="1" u="none" strike="noStrike">
                <a:solidFill>
                  <a:srgbClr val="4F5D2F"/>
                </a:solidFill>
                <a:effectLst/>
                <a:uFillTx/>
                <a:latin typeface="Open Sans"/>
                <a:ea typeface="Open Sans"/>
              </a:rPr>
              <a:t>Lo aprendido y cómo mejorar</a:t>
            </a:r>
            <a:endParaRPr lang="es-GT" sz="3230" b="0" u="none" strike="noStrike">
              <a:solidFill>
                <a:srgbClr val="000000"/>
              </a:solidFill>
              <a:effectLst/>
              <a:uFillTx/>
              <a:latin typeface="Arial"/>
            </a:endParaRPr>
          </a:p>
        </p:txBody>
      </p:sp>
      <p:sp>
        <p:nvSpPr>
          <p:cNvPr id="144" name=""/>
          <p:cNvSpPr/>
          <p:nvPr/>
        </p:nvSpPr>
        <p:spPr>
          <a:xfrm>
            <a:off x="609480" y="6429240"/>
            <a:ext cx="10972440" cy="209160"/>
          </a:xfrm>
          <a:prstGeom prst="rect">
            <a:avLst/>
          </a:prstGeom>
          <a:noFill/>
          <a:ln w="0">
            <a:noFill/>
          </a:ln>
        </p:spPr>
        <p:style>
          <a:lnRef idx="0"/>
          <a:fillRef idx="0"/>
          <a:effectRef idx="0"/>
          <a:fontRef idx="minor"/>
        </p:style>
        <p:txBody>
          <a:bodyPr lIns="0" tIns="0" rIns="0" bIns="0" anchor="t">
            <a:noAutofit/>
          </a:bodyPr>
          <a:p>
            <a:pPr>
              <a:lnSpc>
                <a:spcPct val="100000"/>
              </a:lnSpc>
            </a:pPr>
            <a:endParaRPr lang="es-GT" sz="1200" b="0" u="none" strike="noStrike">
              <a:solidFill>
                <a:srgbClr val="000000"/>
              </a:solidFill>
              <a:effectLst/>
              <a:uFillTx/>
              <a:latin typeface="Arial"/>
            </a:endParaRPr>
          </a:p>
        </p:txBody>
      </p:sp>
      <p:sp>
        <p:nvSpPr>
          <p:cNvPr id="145" name=""/>
          <p:cNvSpPr/>
          <p:nvPr/>
        </p:nvSpPr>
        <p:spPr>
          <a:xfrm>
            <a:off x="609480" y="1733400"/>
            <a:ext cx="10953360" cy="53316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470" b="1" u="none" strike="noStrike">
                <a:solidFill>
                  <a:srgbClr val="4F5D2F"/>
                </a:solidFill>
                <a:effectLst/>
                <a:uFillTx/>
                <a:latin typeface="Open Sans"/>
                <a:ea typeface="Open Sans"/>
              </a:rPr>
              <a:t>Responsabilidad por funcionalidad</a:t>
            </a:r>
            <a:endParaRPr lang="es-GT" sz="2470" b="0" u="none" strike="noStrike">
              <a:solidFill>
                <a:srgbClr val="000000"/>
              </a:solidFill>
              <a:effectLst/>
              <a:uFillTx/>
              <a:latin typeface="Arial"/>
            </a:endParaRPr>
          </a:p>
        </p:txBody>
      </p:sp>
      <p:sp>
        <p:nvSpPr>
          <p:cNvPr id="146" name=""/>
          <p:cNvSpPr/>
          <p:nvPr/>
        </p:nvSpPr>
        <p:spPr>
          <a:xfrm>
            <a:off x="609480" y="2362320"/>
            <a:ext cx="10810440" cy="85680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170" b="0" u="none" strike="noStrike">
                <a:solidFill>
                  <a:srgbClr val="423629"/>
                </a:solidFill>
                <a:effectLst/>
                <a:uFillTx/>
                <a:latin typeface="Open Sans"/>
                <a:ea typeface="Open Sans"/>
              </a:rPr>
              <a:t>La misma persona conectó su API y su interfaz.</a:t>
            </a:r>
            <a:endParaRPr lang="es-GT" sz="2170" b="0" u="none" strike="noStrike">
              <a:solidFill>
                <a:srgbClr val="000000"/>
              </a:solidFill>
              <a:effectLst/>
              <a:uFillTx/>
              <a:latin typeface="Arial"/>
            </a:endParaRPr>
          </a:p>
          <a:p>
            <a:pPr>
              <a:lnSpc>
                <a:spcPct val="100000"/>
              </a:lnSpc>
            </a:pPr>
            <a:r>
              <a:rPr lang="es-GT" sz="2170" b="0" u="none" strike="noStrike">
                <a:solidFill>
                  <a:srgbClr val="423629"/>
                </a:solidFill>
                <a:effectLst/>
                <a:uFillTx/>
                <a:latin typeface="Open Sans"/>
                <a:ea typeface="Open Sans"/>
              </a:rPr>
              <a:t>Todos desarrollaron, con áreas de especialidad.</a:t>
            </a:r>
            <a:endParaRPr lang="es-GT" sz="2170" b="0" u="none" strike="noStrike">
              <a:solidFill>
                <a:srgbClr val="000000"/>
              </a:solidFill>
              <a:effectLst/>
              <a:uFillTx/>
              <a:latin typeface="Arial"/>
            </a:endParaRPr>
          </a:p>
        </p:txBody>
      </p:sp>
      <p:sp>
        <p:nvSpPr>
          <p:cNvPr id="147" name=""/>
          <p:cNvSpPr/>
          <p:nvPr/>
        </p:nvSpPr>
        <p:spPr>
          <a:xfrm>
            <a:off x="609480" y="3676680"/>
            <a:ext cx="10953360" cy="53316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470" b="1" u="none" strike="noStrike">
                <a:solidFill>
                  <a:srgbClr val="4F5D2F"/>
                </a:solidFill>
                <a:effectLst/>
                <a:uFillTx/>
                <a:latin typeface="Open Sans"/>
                <a:ea typeface="Open Sans"/>
              </a:rPr>
              <a:t>Mejorar la estimación con registros</a:t>
            </a:r>
            <a:endParaRPr lang="es-GT" sz="2470" b="0" u="none" strike="noStrike">
              <a:solidFill>
                <a:srgbClr val="000000"/>
              </a:solidFill>
              <a:effectLst/>
              <a:uFillTx/>
              <a:latin typeface="Arial"/>
            </a:endParaRPr>
          </a:p>
        </p:txBody>
      </p:sp>
      <p:sp>
        <p:nvSpPr>
          <p:cNvPr id="148" name=""/>
          <p:cNvSpPr/>
          <p:nvPr/>
        </p:nvSpPr>
        <p:spPr>
          <a:xfrm>
            <a:off x="609480" y="4305240"/>
            <a:ext cx="10810440" cy="90468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170" b="0" u="none" strike="noStrike">
                <a:solidFill>
                  <a:srgbClr val="423629"/>
                </a:solidFill>
                <a:effectLst/>
                <a:uFillTx/>
                <a:latin typeface="Open Sans"/>
                <a:ea typeface="Open Sans"/>
              </a:rPr>
              <a:t>Usamos unos dos días por tarea. Faltaron O/M/P y horas reales.</a:t>
            </a:r>
            <a:endParaRPr lang="es-GT" sz="2170" b="0" u="none" strike="noStrike">
              <a:solidFill>
                <a:srgbClr val="000000"/>
              </a:solidFill>
              <a:effectLst/>
              <a:uFillTx/>
              <a:latin typeface="Arial"/>
            </a:endParaRPr>
          </a:p>
          <a:p>
            <a:pPr>
              <a:lnSpc>
                <a:spcPct val="100000"/>
              </a:lnSpc>
            </a:pPr>
            <a:r>
              <a:rPr lang="es-GT" sz="2170" b="0" u="none" strike="noStrike">
                <a:solidFill>
                  <a:srgbClr val="423629"/>
                </a:solidFill>
                <a:effectLst/>
                <a:uFillTx/>
                <a:latin typeface="Open Sans"/>
                <a:ea typeface="Open Sans"/>
              </a:rPr>
              <a:t>Proponemos estimar antes y separar trabajo de espera.</a:t>
            </a:r>
            <a:endParaRPr lang="es-GT" sz="2170" b="0" u="none" strike="noStrike">
              <a:solidFill>
                <a:srgbClr val="000000"/>
              </a:solidFill>
              <a:effectLst/>
              <a:uFillTx/>
              <a:latin typeface="Arial"/>
            </a:endParaRPr>
          </a:p>
        </p:txBody>
      </p:sp>
      <p:sp>
        <p:nvSpPr>
          <p:cNvPr id="149" name=""/>
          <p:cNvSpPr/>
          <p:nvPr/>
        </p:nvSpPr>
        <p:spPr>
          <a:xfrm>
            <a:off x="609480" y="5648400"/>
            <a:ext cx="10972440" cy="552240"/>
          </a:xfrm>
          <a:prstGeom prst="rect">
            <a:avLst/>
          </a:prstGeom>
          <a:noFill/>
          <a:ln w="0">
            <a:noFill/>
          </a:ln>
        </p:spPr>
        <p:style>
          <a:lnRef idx="0"/>
          <a:fillRef idx="0"/>
          <a:effectRef idx="0"/>
          <a:fontRef idx="minor"/>
        </p:style>
        <p:txBody>
          <a:bodyPr lIns="0" tIns="0" rIns="0" bIns="0" anchor="t">
            <a:noAutofit/>
          </a:bodyPr>
          <a:p>
            <a:pPr>
              <a:lnSpc>
                <a:spcPct val="100000"/>
              </a:lnSpc>
            </a:pPr>
            <a:r>
              <a:rPr lang="es-GT" sz="2100" b="1" u="none" strike="noStrike">
                <a:solidFill>
                  <a:srgbClr val="4F5D2F"/>
                </a:solidFill>
                <a:effectLst/>
                <a:uFillTx/>
                <a:latin typeface="Open Sans"/>
                <a:ea typeface="Open Sans"/>
              </a:rPr>
              <a:t>Cierre: main final.</a:t>
            </a:r>
            <a:endParaRPr lang="es-GT" sz="2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Open Sans" pitchFamily="0" charset="1"/>
        <a:ea typeface=""/>
        <a:cs typeface=""/>
      </a:majorFont>
      <a:minorFont>
        <a:latin typeface="Open Sans"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LibreOffice/26.2.6.1$Linux_X86_64 LibreOffice_project/620$Build-1</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2026-10-29T18:37:58Z</dcterms:created>
  <dc:creator>Walnut Exporter</dc:creator>
  <dc:description/>
  <dc:language>es-GT</dc:language>
  <cp:lastModifiedBy/>
  <dcterms:modified xsi:type="dcterms:W3CDTF">2026-10-29T12:48:27Z</dcterms:modified>
  <cp:revision>1</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Converted Presentation</vt:lpwstr>
  </property>
</Properties>
</file>